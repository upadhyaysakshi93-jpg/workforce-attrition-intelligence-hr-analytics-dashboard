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78827-C556-447F-AC79-3640BF4F8241}" v="162" dt="2025-11-11T05:35:53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UPADHYAY" userId="053f38fe48a82524" providerId="LiveId" clId="{DF824AC7-4FF5-4CAF-8D50-0D15642C52E2}"/>
    <pc:docChg chg="undo custSel addSld delSld modSld">
      <pc:chgData name="SAKSHI UPADHYAY" userId="053f38fe48a82524" providerId="LiveId" clId="{DF824AC7-4FF5-4CAF-8D50-0D15642C52E2}" dt="2025-11-11T05:36:12.572" v="1134" actId="1076"/>
      <pc:docMkLst>
        <pc:docMk/>
      </pc:docMkLst>
      <pc:sldChg chg="addSp modSp mod modTransition">
        <pc:chgData name="SAKSHI UPADHYAY" userId="053f38fe48a82524" providerId="LiveId" clId="{DF824AC7-4FF5-4CAF-8D50-0D15642C52E2}" dt="2025-11-10T15:31:11.543" v="1072"/>
        <pc:sldMkLst>
          <pc:docMk/>
          <pc:sldMk cId="3647010098" sldId="256"/>
        </pc:sldMkLst>
        <pc:spChg chg="mod">
          <ac:chgData name="SAKSHI UPADHYAY" userId="053f38fe48a82524" providerId="LiveId" clId="{DF824AC7-4FF5-4CAF-8D50-0D15642C52E2}" dt="2025-11-10T14:17:53.753" v="429" actId="113"/>
          <ac:spMkLst>
            <pc:docMk/>
            <pc:sldMk cId="3647010098" sldId="256"/>
            <ac:spMk id="2" creationId="{073A3B94-943D-43E2-93B9-1F963115C98C}"/>
          </ac:spMkLst>
        </pc:spChg>
        <pc:spChg chg="mod">
          <ac:chgData name="SAKSHI UPADHYAY" userId="053f38fe48a82524" providerId="LiveId" clId="{DF824AC7-4FF5-4CAF-8D50-0D15642C52E2}" dt="2025-11-10T15:06:55.031" v="890" actId="20577"/>
          <ac:spMkLst>
            <pc:docMk/>
            <pc:sldMk cId="3647010098" sldId="256"/>
            <ac:spMk id="3" creationId="{2689F8A6-E84D-3734-1868-E52A4C11E59E}"/>
          </ac:spMkLst>
        </pc:spChg>
        <pc:spChg chg="add mod ord">
          <ac:chgData name="SAKSHI UPADHYAY" userId="053f38fe48a82524" providerId="LiveId" clId="{DF824AC7-4FF5-4CAF-8D50-0D15642C52E2}" dt="2025-11-10T15:01:42.889" v="833" actId="171"/>
          <ac:spMkLst>
            <pc:docMk/>
            <pc:sldMk cId="3647010098" sldId="256"/>
            <ac:spMk id="4" creationId="{0D9CBEC4-2730-FCB5-F28D-80DAECD51EA6}"/>
          </ac:spMkLst>
        </pc:spChg>
        <pc:graphicFrameChg chg="add mod modGraphic">
          <ac:chgData name="SAKSHI UPADHYAY" userId="053f38fe48a82524" providerId="LiveId" clId="{DF824AC7-4FF5-4CAF-8D50-0D15642C52E2}" dt="2025-11-10T15:09:22.951" v="907" actId="1076"/>
          <ac:graphicFrameMkLst>
            <pc:docMk/>
            <pc:sldMk cId="3647010098" sldId="256"/>
            <ac:graphicFrameMk id="5" creationId="{B9E3C1A0-8768-0E5F-0340-4A2C99911FDE}"/>
          </ac:graphicFrameMkLst>
        </pc:graphicFrameChg>
      </pc:sldChg>
      <pc:sldChg chg="addSp modSp mod modTransition">
        <pc:chgData name="SAKSHI UPADHYAY" userId="053f38fe48a82524" providerId="LiveId" clId="{DF824AC7-4FF5-4CAF-8D50-0D15642C52E2}" dt="2025-11-10T15:32:19.890" v="1083"/>
        <pc:sldMkLst>
          <pc:docMk/>
          <pc:sldMk cId="639298737" sldId="257"/>
        </pc:sldMkLst>
        <pc:spChg chg="mod">
          <ac:chgData name="SAKSHI UPADHYAY" userId="053f38fe48a82524" providerId="LiveId" clId="{DF824AC7-4FF5-4CAF-8D50-0D15642C52E2}" dt="2025-11-10T14:17:47.959" v="428" actId="113"/>
          <ac:spMkLst>
            <pc:docMk/>
            <pc:sldMk cId="639298737" sldId="257"/>
            <ac:spMk id="2" creationId="{EC809649-4CF1-EF37-3D4B-18CF4410CCF9}"/>
          </ac:spMkLst>
        </pc:spChg>
        <pc:spChg chg="mod">
          <ac:chgData name="SAKSHI UPADHYAY" userId="053f38fe48a82524" providerId="LiveId" clId="{DF824AC7-4FF5-4CAF-8D50-0D15642C52E2}" dt="2025-11-10T14:17:40.059" v="427" actId="113"/>
          <ac:spMkLst>
            <pc:docMk/>
            <pc:sldMk cId="639298737" sldId="257"/>
            <ac:spMk id="4" creationId="{176227DB-F09F-5763-7D7D-2E34A50CB5DB}"/>
          </ac:spMkLst>
        </pc:spChg>
        <pc:spChg chg="add mod">
          <ac:chgData name="SAKSHI UPADHYAY" userId="053f38fe48a82524" providerId="LiveId" clId="{DF824AC7-4FF5-4CAF-8D50-0D15642C52E2}" dt="2025-11-10T15:01:57.739" v="834"/>
          <ac:spMkLst>
            <pc:docMk/>
            <pc:sldMk cId="639298737" sldId="257"/>
            <ac:spMk id="5" creationId="{75180BD1-5FE1-AB7A-3E8F-D98D72E423BF}"/>
          </ac:spMkLst>
        </pc:spChg>
        <pc:cxnChg chg="add mod">
          <ac:chgData name="SAKSHI UPADHYAY" userId="053f38fe48a82524" providerId="LiveId" clId="{DF824AC7-4FF5-4CAF-8D50-0D15642C52E2}" dt="2025-11-10T15:03:39.570" v="856" actId="208"/>
          <ac:cxnSpMkLst>
            <pc:docMk/>
            <pc:sldMk cId="639298737" sldId="257"/>
            <ac:cxnSpMk id="7" creationId="{C850029C-F559-3BF1-1A7E-BFDABACD9117}"/>
          </ac:cxnSpMkLst>
        </pc:cxnChg>
      </pc:sldChg>
      <pc:sldChg chg="addSp modSp mod">
        <pc:chgData name="SAKSHI UPADHYAY" userId="053f38fe48a82524" providerId="LiveId" clId="{DF824AC7-4FF5-4CAF-8D50-0D15642C52E2}" dt="2025-11-10T15:03:45.213" v="857"/>
        <pc:sldMkLst>
          <pc:docMk/>
          <pc:sldMk cId="1356244393" sldId="258"/>
        </pc:sldMkLst>
        <pc:spChg chg="mod">
          <ac:chgData name="SAKSHI UPADHYAY" userId="053f38fe48a82524" providerId="LiveId" clId="{DF824AC7-4FF5-4CAF-8D50-0D15642C52E2}" dt="2025-11-10T14:56:33.611" v="817" actId="20577"/>
          <ac:spMkLst>
            <pc:docMk/>
            <pc:sldMk cId="1356244393" sldId="258"/>
            <ac:spMk id="2" creationId="{CCAC3FBD-0253-C394-1322-C8582F26B9C8}"/>
          </ac:spMkLst>
        </pc:spChg>
        <pc:spChg chg="mod">
          <ac:chgData name="SAKSHI UPADHYAY" userId="053f38fe48a82524" providerId="LiveId" clId="{DF824AC7-4FF5-4CAF-8D50-0D15642C52E2}" dt="2025-11-10T11:45:06.564" v="28" actId="255"/>
          <ac:spMkLst>
            <pc:docMk/>
            <pc:sldMk cId="1356244393" sldId="258"/>
            <ac:spMk id="3" creationId="{025225F5-3444-598F-31E9-FEC7866BDD8D}"/>
          </ac:spMkLst>
        </pc:spChg>
        <pc:spChg chg="add mod">
          <ac:chgData name="SAKSHI UPADHYAY" userId="053f38fe48a82524" providerId="LiveId" clId="{DF824AC7-4FF5-4CAF-8D50-0D15642C52E2}" dt="2025-11-10T15:02:09.043" v="837"/>
          <ac:spMkLst>
            <pc:docMk/>
            <pc:sldMk cId="1356244393" sldId="258"/>
            <ac:spMk id="6" creationId="{0E7870C2-535C-075F-8951-D9877769399E}"/>
          </ac:spMkLst>
        </pc:spChg>
        <pc:cxnChg chg="add mod">
          <ac:chgData name="SAKSHI UPADHYAY" userId="053f38fe48a82524" providerId="LiveId" clId="{DF824AC7-4FF5-4CAF-8D50-0D15642C52E2}" dt="2025-11-10T15:03:45.213" v="857"/>
          <ac:cxnSpMkLst>
            <pc:docMk/>
            <pc:sldMk cId="1356244393" sldId="258"/>
            <ac:cxnSpMk id="7" creationId="{97DF6B28-6F61-65DB-04AF-CC1BA281061A}"/>
          </ac:cxnSpMkLst>
        </pc:cxnChg>
      </pc:sldChg>
      <pc:sldChg chg="addSp delSp modSp mod">
        <pc:chgData name="SAKSHI UPADHYAY" userId="053f38fe48a82524" providerId="LiveId" clId="{DF824AC7-4FF5-4CAF-8D50-0D15642C52E2}" dt="2025-11-10T15:03:48.236" v="858"/>
        <pc:sldMkLst>
          <pc:docMk/>
          <pc:sldMk cId="443409754" sldId="259"/>
        </pc:sldMkLst>
        <pc:spChg chg="mod">
          <ac:chgData name="SAKSHI UPADHYAY" userId="053f38fe48a82524" providerId="LiveId" clId="{DF824AC7-4FF5-4CAF-8D50-0D15642C52E2}" dt="2025-11-10T14:18:19.907" v="450" actId="113"/>
          <ac:spMkLst>
            <pc:docMk/>
            <pc:sldMk cId="443409754" sldId="259"/>
            <ac:spMk id="2" creationId="{37B2D584-EB83-8351-B9DB-B09FB0F9EC94}"/>
          </ac:spMkLst>
        </pc:spChg>
        <pc:spChg chg="mod">
          <ac:chgData name="SAKSHI UPADHYAY" userId="053f38fe48a82524" providerId="LiveId" clId="{DF824AC7-4FF5-4CAF-8D50-0D15642C52E2}" dt="2025-11-10T13:48:03.403" v="132" actId="20577"/>
          <ac:spMkLst>
            <pc:docMk/>
            <pc:sldMk cId="443409754" sldId="259"/>
            <ac:spMk id="3" creationId="{9120BD8C-F750-2DFE-AA7E-9706CB4A4616}"/>
          </ac:spMkLst>
        </pc:spChg>
        <pc:spChg chg="add">
          <ac:chgData name="SAKSHI UPADHYAY" userId="053f38fe48a82524" providerId="LiveId" clId="{DF824AC7-4FF5-4CAF-8D50-0D15642C52E2}" dt="2025-11-10T13:40:44.137" v="42"/>
          <ac:spMkLst>
            <pc:docMk/>
            <pc:sldMk cId="443409754" sldId="259"/>
            <ac:spMk id="4" creationId="{C76B0DE9-D790-9598-CB23-9868BF23D2A6}"/>
          </ac:spMkLst>
        </pc:spChg>
        <pc:spChg chg="add mod">
          <ac:chgData name="SAKSHI UPADHYAY" userId="053f38fe48a82524" providerId="LiveId" clId="{DF824AC7-4FF5-4CAF-8D50-0D15642C52E2}" dt="2025-11-10T13:40:59.390" v="45"/>
          <ac:spMkLst>
            <pc:docMk/>
            <pc:sldMk cId="443409754" sldId="259"/>
            <ac:spMk id="5" creationId="{7E93D373-5BB9-883F-E5B7-6C273B4C1995}"/>
          </ac:spMkLst>
        </pc:spChg>
        <pc:spChg chg="add del mod">
          <ac:chgData name="SAKSHI UPADHYAY" userId="053f38fe48a82524" providerId="LiveId" clId="{DF824AC7-4FF5-4CAF-8D50-0D15642C52E2}" dt="2025-11-10T13:42:40.919" v="67"/>
          <ac:spMkLst>
            <pc:docMk/>
            <pc:sldMk cId="443409754" sldId="259"/>
            <ac:spMk id="6" creationId="{E77741C4-5368-9B7C-306D-D07081A2AC36}"/>
          </ac:spMkLst>
        </pc:spChg>
        <pc:spChg chg="add del mod">
          <ac:chgData name="SAKSHI UPADHYAY" userId="053f38fe48a82524" providerId="LiveId" clId="{DF824AC7-4FF5-4CAF-8D50-0D15642C52E2}" dt="2025-11-10T13:47:12.106" v="117" actId="478"/>
          <ac:spMkLst>
            <pc:docMk/>
            <pc:sldMk cId="443409754" sldId="259"/>
            <ac:spMk id="7" creationId="{A158C263-43CA-E470-0BB8-A92FC3274D3D}"/>
          </ac:spMkLst>
        </pc:spChg>
        <pc:spChg chg="add mod">
          <ac:chgData name="SAKSHI UPADHYAY" userId="053f38fe48a82524" providerId="LiveId" clId="{DF824AC7-4FF5-4CAF-8D50-0D15642C52E2}" dt="2025-11-10T15:02:11.743" v="838"/>
          <ac:spMkLst>
            <pc:docMk/>
            <pc:sldMk cId="443409754" sldId="259"/>
            <ac:spMk id="8" creationId="{F50B59A9-E7F4-B922-B12E-B8EF96E7D03B}"/>
          </ac:spMkLst>
        </pc:spChg>
        <pc:cxnChg chg="add mod">
          <ac:chgData name="SAKSHI UPADHYAY" userId="053f38fe48a82524" providerId="LiveId" clId="{DF824AC7-4FF5-4CAF-8D50-0D15642C52E2}" dt="2025-11-10T15:03:48.236" v="858"/>
          <ac:cxnSpMkLst>
            <pc:docMk/>
            <pc:sldMk cId="443409754" sldId="259"/>
            <ac:cxnSpMk id="9" creationId="{6C879E3C-EA33-60B6-0D46-B55F94E3DAD4}"/>
          </ac:cxnSpMkLst>
        </pc:cxnChg>
      </pc:sldChg>
      <pc:sldChg chg="addSp delSp modSp mod">
        <pc:chgData name="SAKSHI UPADHYAY" userId="053f38fe48a82524" providerId="LiveId" clId="{DF824AC7-4FF5-4CAF-8D50-0D15642C52E2}" dt="2025-11-10T15:03:51.215" v="859"/>
        <pc:sldMkLst>
          <pc:docMk/>
          <pc:sldMk cId="3727261563" sldId="260"/>
        </pc:sldMkLst>
        <pc:spChg chg="mod">
          <ac:chgData name="SAKSHI UPADHYAY" userId="053f38fe48a82524" providerId="LiveId" clId="{DF824AC7-4FF5-4CAF-8D50-0D15642C52E2}" dt="2025-11-10T14:18:25.158" v="451" actId="113"/>
          <ac:spMkLst>
            <pc:docMk/>
            <pc:sldMk cId="3727261563" sldId="260"/>
            <ac:spMk id="2" creationId="{2176276C-6340-6B7C-4B05-B2780182CEF1}"/>
          </ac:spMkLst>
        </pc:spChg>
        <pc:spChg chg="del mod">
          <ac:chgData name="SAKSHI UPADHYAY" userId="053f38fe48a82524" providerId="LiveId" clId="{DF824AC7-4FF5-4CAF-8D50-0D15642C52E2}" dt="2025-11-10T13:49:29.672" v="137" actId="478"/>
          <ac:spMkLst>
            <pc:docMk/>
            <pc:sldMk cId="3727261563" sldId="260"/>
            <ac:spMk id="3" creationId="{A0BDF6C4-C146-10FD-A2C7-C80C1668315C}"/>
          </ac:spMkLst>
        </pc:spChg>
        <pc:spChg chg="add mod">
          <ac:chgData name="SAKSHI UPADHYAY" userId="053f38fe48a82524" providerId="LiveId" clId="{DF824AC7-4FF5-4CAF-8D50-0D15642C52E2}" dt="2025-11-10T15:02:15.384" v="839"/>
          <ac:spMkLst>
            <pc:docMk/>
            <pc:sldMk cId="3727261563" sldId="260"/>
            <ac:spMk id="6" creationId="{84DF64EF-8D50-CA2A-C4BE-40FF17A87393}"/>
          </ac:spMkLst>
        </pc:spChg>
        <pc:graphicFrameChg chg="add mod modGraphic">
          <ac:chgData name="SAKSHI UPADHYAY" userId="053f38fe48a82524" providerId="LiveId" clId="{DF824AC7-4FF5-4CAF-8D50-0D15642C52E2}" dt="2025-11-10T13:49:45.129" v="141" actId="207"/>
          <ac:graphicFrameMkLst>
            <pc:docMk/>
            <pc:sldMk cId="3727261563" sldId="260"/>
            <ac:graphicFrameMk id="4" creationId="{9879B9DB-3C73-C73C-5845-A32C790F4CBB}"/>
          </ac:graphicFrameMkLst>
        </pc:graphicFrameChg>
        <pc:graphicFrameChg chg="add mod modGraphic">
          <ac:chgData name="SAKSHI UPADHYAY" userId="053f38fe48a82524" providerId="LiveId" clId="{DF824AC7-4FF5-4CAF-8D50-0D15642C52E2}" dt="2025-11-10T13:50:28.204" v="146" actId="14734"/>
          <ac:graphicFrameMkLst>
            <pc:docMk/>
            <pc:sldMk cId="3727261563" sldId="260"/>
            <ac:graphicFrameMk id="5" creationId="{1EBBE849-2F04-69CE-E718-ED56BF3933DA}"/>
          </ac:graphicFrameMkLst>
        </pc:graphicFrameChg>
        <pc:cxnChg chg="add mod">
          <ac:chgData name="SAKSHI UPADHYAY" userId="053f38fe48a82524" providerId="LiveId" clId="{DF824AC7-4FF5-4CAF-8D50-0D15642C52E2}" dt="2025-11-10T15:03:51.215" v="859"/>
          <ac:cxnSpMkLst>
            <pc:docMk/>
            <pc:sldMk cId="3727261563" sldId="260"/>
            <ac:cxnSpMk id="7" creationId="{82236122-416C-3BFB-BB91-5E944A438DCB}"/>
          </ac:cxnSpMkLst>
        </pc:cxnChg>
      </pc:sldChg>
      <pc:sldChg chg="addSp delSp modSp mod">
        <pc:chgData name="SAKSHI UPADHYAY" userId="053f38fe48a82524" providerId="LiveId" clId="{DF824AC7-4FF5-4CAF-8D50-0D15642C52E2}" dt="2025-11-10T15:03:53.641" v="860"/>
        <pc:sldMkLst>
          <pc:docMk/>
          <pc:sldMk cId="911933240" sldId="261"/>
        </pc:sldMkLst>
        <pc:spChg chg="mod">
          <ac:chgData name="SAKSHI UPADHYAY" userId="053f38fe48a82524" providerId="LiveId" clId="{DF824AC7-4FF5-4CAF-8D50-0D15642C52E2}" dt="2025-11-10T14:56:29.604" v="816" actId="20577"/>
          <ac:spMkLst>
            <pc:docMk/>
            <pc:sldMk cId="911933240" sldId="261"/>
            <ac:spMk id="2" creationId="{3DAAF83C-E977-8939-A050-1F3CB23587D7}"/>
          </ac:spMkLst>
        </pc:spChg>
        <pc:spChg chg="del">
          <ac:chgData name="SAKSHI UPADHYAY" userId="053f38fe48a82524" providerId="LiveId" clId="{DF824AC7-4FF5-4CAF-8D50-0D15642C52E2}" dt="2025-11-10T13:51:17.382" v="150"/>
          <ac:spMkLst>
            <pc:docMk/>
            <pc:sldMk cId="911933240" sldId="261"/>
            <ac:spMk id="3" creationId="{6855C0BC-02F6-13E6-69BA-4E96E0271DB6}"/>
          </ac:spMkLst>
        </pc:spChg>
        <pc:spChg chg="add mod">
          <ac:chgData name="SAKSHI UPADHYAY" userId="053f38fe48a82524" providerId="LiveId" clId="{DF824AC7-4FF5-4CAF-8D50-0D15642C52E2}" dt="2025-11-10T13:52:37.275" v="170" actId="20577"/>
          <ac:spMkLst>
            <pc:docMk/>
            <pc:sldMk cId="911933240" sldId="261"/>
            <ac:spMk id="4" creationId="{D7D1815F-C230-4EFA-9E54-05E921A546CA}"/>
          </ac:spMkLst>
        </pc:spChg>
        <pc:spChg chg="add mod">
          <ac:chgData name="SAKSHI UPADHYAY" userId="053f38fe48a82524" providerId="LiveId" clId="{DF824AC7-4FF5-4CAF-8D50-0D15642C52E2}" dt="2025-11-10T15:02:18.366" v="840"/>
          <ac:spMkLst>
            <pc:docMk/>
            <pc:sldMk cId="911933240" sldId="261"/>
            <ac:spMk id="5" creationId="{A3676A70-1D36-7A4E-07D8-6D97D7102988}"/>
          </ac:spMkLst>
        </pc:spChg>
        <pc:cxnChg chg="add mod">
          <ac:chgData name="SAKSHI UPADHYAY" userId="053f38fe48a82524" providerId="LiveId" clId="{DF824AC7-4FF5-4CAF-8D50-0D15642C52E2}" dt="2025-11-10T15:03:53.641" v="860"/>
          <ac:cxnSpMkLst>
            <pc:docMk/>
            <pc:sldMk cId="911933240" sldId="261"/>
            <ac:cxnSpMk id="6" creationId="{AA89F58B-2224-75D2-C573-B21C7C53C52C}"/>
          </ac:cxnSpMkLst>
        </pc:cxnChg>
      </pc:sldChg>
      <pc:sldChg chg="addSp delSp modSp mod">
        <pc:chgData name="SAKSHI UPADHYAY" userId="053f38fe48a82524" providerId="LiveId" clId="{DF824AC7-4FF5-4CAF-8D50-0D15642C52E2}" dt="2025-11-10T15:25:19.919" v="1070" actId="122"/>
        <pc:sldMkLst>
          <pc:docMk/>
          <pc:sldMk cId="3106571379" sldId="262"/>
        </pc:sldMkLst>
        <pc:spChg chg="mod">
          <ac:chgData name="SAKSHI UPADHYAY" userId="053f38fe48a82524" providerId="LiveId" clId="{DF824AC7-4FF5-4CAF-8D50-0D15642C52E2}" dt="2025-11-10T14:18:39.262" v="453" actId="113"/>
          <ac:spMkLst>
            <pc:docMk/>
            <pc:sldMk cId="3106571379" sldId="262"/>
            <ac:spMk id="2" creationId="{73DBBC1E-7776-1C39-E2B2-9BA24C5F5B0B}"/>
          </ac:spMkLst>
        </pc:spChg>
        <pc:spChg chg="del mod">
          <ac:chgData name="SAKSHI UPADHYAY" userId="053f38fe48a82524" providerId="LiveId" clId="{DF824AC7-4FF5-4CAF-8D50-0D15642C52E2}" dt="2025-11-10T13:53:16.219" v="178" actId="478"/>
          <ac:spMkLst>
            <pc:docMk/>
            <pc:sldMk cId="3106571379" sldId="262"/>
            <ac:spMk id="3" creationId="{637AE7B6-6B05-ED47-85E9-5C8C0F691F6C}"/>
          </ac:spMkLst>
        </pc:spChg>
        <pc:spChg chg="add del mod">
          <ac:chgData name="SAKSHI UPADHYAY" userId="053f38fe48a82524" providerId="LiveId" clId="{DF824AC7-4FF5-4CAF-8D50-0D15642C52E2}" dt="2025-11-10T14:56:57.497" v="821" actId="22"/>
          <ac:spMkLst>
            <pc:docMk/>
            <pc:sldMk cId="3106571379" sldId="262"/>
            <ac:spMk id="7" creationId="{568D741B-620F-C8E4-EC13-02BCB4741AB9}"/>
          </ac:spMkLst>
        </pc:spChg>
        <pc:spChg chg="add mod">
          <ac:chgData name="SAKSHI UPADHYAY" userId="053f38fe48a82524" providerId="LiveId" clId="{DF824AC7-4FF5-4CAF-8D50-0D15642C52E2}" dt="2025-11-10T14:57:44.763" v="827" actId="1076"/>
          <ac:spMkLst>
            <pc:docMk/>
            <pc:sldMk cId="3106571379" sldId="262"/>
            <ac:spMk id="9" creationId="{9052C79D-18D2-5859-C5D3-F9360A635399}"/>
          </ac:spMkLst>
        </pc:spChg>
        <pc:spChg chg="add mod">
          <ac:chgData name="SAKSHI UPADHYAY" userId="053f38fe48a82524" providerId="LiveId" clId="{DF824AC7-4FF5-4CAF-8D50-0D15642C52E2}" dt="2025-11-10T15:02:21.080" v="841"/>
          <ac:spMkLst>
            <pc:docMk/>
            <pc:sldMk cId="3106571379" sldId="262"/>
            <ac:spMk id="10" creationId="{2864624C-9D6F-34FC-41CD-7D380F9AC5BD}"/>
          </ac:spMkLst>
        </pc:spChg>
        <pc:graphicFrameChg chg="add mod modGraphic">
          <ac:chgData name="SAKSHI UPADHYAY" userId="053f38fe48a82524" providerId="LiveId" clId="{DF824AC7-4FF5-4CAF-8D50-0D15642C52E2}" dt="2025-11-10T15:25:19.919" v="1070" actId="122"/>
          <ac:graphicFrameMkLst>
            <pc:docMk/>
            <pc:sldMk cId="3106571379" sldId="262"/>
            <ac:graphicFrameMk id="4" creationId="{3EFA5671-23D9-AD61-E87E-83D6CE674E7F}"/>
          </ac:graphicFrameMkLst>
        </pc:graphicFrameChg>
        <pc:graphicFrameChg chg="add del mod modGraphic">
          <ac:chgData name="SAKSHI UPADHYAY" userId="053f38fe48a82524" providerId="LiveId" clId="{DF824AC7-4FF5-4CAF-8D50-0D15642C52E2}" dt="2025-11-10T15:21:55.394" v="1051" actId="478"/>
          <ac:graphicFrameMkLst>
            <pc:docMk/>
            <pc:sldMk cId="3106571379" sldId="262"/>
            <ac:graphicFrameMk id="5" creationId="{99B85984-0C07-F817-7D0C-A6F3BD9A5AAC}"/>
          </ac:graphicFrameMkLst>
        </pc:graphicFrameChg>
        <pc:picChg chg="add mod">
          <ac:chgData name="SAKSHI UPADHYAY" userId="053f38fe48a82524" providerId="LiveId" clId="{DF824AC7-4FF5-4CAF-8D50-0D15642C52E2}" dt="2025-11-10T15:23:38.900" v="1056" actId="14100"/>
          <ac:picMkLst>
            <pc:docMk/>
            <pc:sldMk cId="3106571379" sldId="262"/>
            <ac:picMk id="6" creationId="{09F5347D-7E3A-CF2D-433B-2C8404AA7B97}"/>
          </ac:picMkLst>
        </pc:picChg>
        <pc:cxnChg chg="add mod">
          <ac:chgData name="SAKSHI UPADHYAY" userId="053f38fe48a82524" providerId="LiveId" clId="{DF824AC7-4FF5-4CAF-8D50-0D15642C52E2}" dt="2025-11-10T15:03:56.802" v="861"/>
          <ac:cxnSpMkLst>
            <pc:docMk/>
            <pc:sldMk cId="3106571379" sldId="262"/>
            <ac:cxnSpMk id="11" creationId="{02F38823-706D-EFBE-F724-4108F8FBB9F3}"/>
          </ac:cxnSpMkLst>
        </pc:cxnChg>
      </pc:sldChg>
      <pc:sldChg chg="addSp modSp mod">
        <pc:chgData name="SAKSHI UPADHYAY" userId="053f38fe48a82524" providerId="LiveId" clId="{DF824AC7-4FF5-4CAF-8D50-0D15642C52E2}" dt="2025-11-10T15:03:59.750" v="862"/>
        <pc:sldMkLst>
          <pc:docMk/>
          <pc:sldMk cId="1720987660" sldId="263"/>
        </pc:sldMkLst>
        <pc:spChg chg="mod">
          <ac:chgData name="SAKSHI UPADHYAY" userId="053f38fe48a82524" providerId="LiveId" clId="{DF824AC7-4FF5-4CAF-8D50-0D15642C52E2}" dt="2025-11-10T14:18:43.798" v="454" actId="113"/>
          <ac:spMkLst>
            <pc:docMk/>
            <pc:sldMk cId="1720987660" sldId="263"/>
            <ac:spMk id="2" creationId="{ED42B006-0FA0-5EAB-AF4F-CCBC4E0325DA}"/>
          </ac:spMkLst>
        </pc:spChg>
        <pc:spChg chg="mod">
          <ac:chgData name="SAKSHI UPADHYAY" userId="053f38fe48a82524" providerId="LiveId" clId="{DF824AC7-4FF5-4CAF-8D50-0D15642C52E2}" dt="2025-11-10T14:00:01.017" v="310" actId="20577"/>
          <ac:spMkLst>
            <pc:docMk/>
            <pc:sldMk cId="1720987660" sldId="263"/>
            <ac:spMk id="3" creationId="{27F93277-0D0A-8E39-0B4B-47D1AD0EC621}"/>
          </ac:spMkLst>
        </pc:spChg>
        <pc:spChg chg="add mod">
          <ac:chgData name="SAKSHI UPADHYAY" userId="053f38fe48a82524" providerId="LiveId" clId="{DF824AC7-4FF5-4CAF-8D50-0D15642C52E2}" dt="2025-11-10T15:02:25.081" v="842"/>
          <ac:spMkLst>
            <pc:docMk/>
            <pc:sldMk cId="1720987660" sldId="263"/>
            <ac:spMk id="4" creationId="{C94D3F20-9DD3-5C6A-77BD-931ACEA47093}"/>
          </ac:spMkLst>
        </pc:spChg>
        <pc:cxnChg chg="add mod">
          <ac:chgData name="SAKSHI UPADHYAY" userId="053f38fe48a82524" providerId="LiveId" clId="{DF824AC7-4FF5-4CAF-8D50-0D15642C52E2}" dt="2025-11-10T15:03:59.750" v="862"/>
          <ac:cxnSpMkLst>
            <pc:docMk/>
            <pc:sldMk cId="1720987660" sldId="263"/>
            <ac:cxnSpMk id="5" creationId="{C69F8019-21B0-04A1-1DF8-4E4673918358}"/>
          </ac:cxnSpMkLst>
        </pc:cxnChg>
      </pc:sldChg>
      <pc:sldChg chg="addSp delSp modSp new mod">
        <pc:chgData name="SAKSHI UPADHYAY" userId="053f38fe48a82524" providerId="LiveId" clId="{DF824AC7-4FF5-4CAF-8D50-0D15642C52E2}" dt="2025-11-10T15:04:02.542" v="863"/>
        <pc:sldMkLst>
          <pc:docMk/>
          <pc:sldMk cId="4240393994" sldId="264"/>
        </pc:sldMkLst>
        <pc:spChg chg="mod">
          <ac:chgData name="SAKSHI UPADHYAY" userId="053f38fe48a82524" providerId="LiveId" clId="{DF824AC7-4FF5-4CAF-8D50-0D15642C52E2}" dt="2025-11-10T14:58:07.594" v="828"/>
          <ac:spMkLst>
            <pc:docMk/>
            <pc:sldMk cId="4240393994" sldId="264"/>
            <ac:spMk id="2" creationId="{74C39F48-237F-3AB3-03C7-9632E06CA42A}"/>
          </ac:spMkLst>
        </pc:spChg>
        <pc:spChg chg="del">
          <ac:chgData name="SAKSHI UPADHYAY" userId="053f38fe48a82524" providerId="LiveId" clId="{DF824AC7-4FF5-4CAF-8D50-0D15642C52E2}" dt="2025-11-10T14:00:45.442" v="318" actId="478"/>
          <ac:spMkLst>
            <pc:docMk/>
            <pc:sldMk cId="4240393994" sldId="264"/>
            <ac:spMk id="3" creationId="{1DEEF9E1-1512-6618-0332-9833416ADA62}"/>
          </ac:spMkLst>
        </pc:spChg>
        <pc:spChg chg="add mod">
          <ac:chgData name="SAKSHI UPADHYAY" userId="053f38fe48a82524" providerId="LiveId" clId="{DF824AC7-4FF5-4CAF-8D50-0D15642C52E2}" dt="2025-11-10T15:02:27.319" v="843"/>
          <ac:spMkLst>
            <pc:docMk/>
            <pc:sldMk cId="4240393994" sldId="264"/>
            <ac:spMk id="6" creationId="{B0FD727D-5F39-D7AF-1BBD-8EE700C87B0C}"/>
          </ac:spMkLst>
        </pc:spChg>
        <pc:graphicFrameChg chg="add mod modGraphic">
          <ac:chgData name="SAKSHI UPADHYAY" userId="053f38fe48a82524" providerId="LiveId" clId="{DF824AC7-4FF5-4CAF-8D50-0D15642C52E2}" dt="2025-11-10T14:00:49.728" v="320" actId="207"/>
          <ac:graphicFrameMkLst>
            <pc:docMk/>
            <pc:sldMk cId="4240393994" sldId="264"/>
            <ac:graphicFrameMk id="4" creationId="{1F29C4AB-33D8-B6C4-D90C-AD2227D86389}"/>
          </ac:graphicFrameMkLst>
        </pc:graphicFrameChg>
        <pc:graphicFrameChg chg="add mod modGraphic">
          <ac:chgData name="SAKSHI UPADHYAY" userId="053f38fe48a82524" providerId="LiveId" clId="{DF824AC7-4FF5-4CAF-8D50-0D15642C52E2}" dt="2025-11-10T14:05:07.588" v="361" actId="14734"/>
          <ac:graphicFrameMkLst>
            <pc:docMk/>
            <pc:sldMk cId="4240393994" sldId="264"/>
            <ac:graphicFrameMk id="5" creationId="{8A2206AA-C101-C99C-C0F1-685E0FFD7023}"/>
          </ac:graphicFrameMkLst>
        </pc:graphicFrameChg>
        <pc:cxnChg chg="add mod">
          <ac:chgData name="SAKSHI UPADHYAY" userId="053f38fe48a82524" providerId="LiveId" clId="{DF824AC7-4FF5-4CAF-8D50-0D15642C52E2}" dt="2025-11-10T15:04:02.542" v="863"/>
          <ac:cxnSpMkLst>
            <pc:docMk/>
            <pc:sldMk cId="4240393994" sldId="264"/>
            <ac:cxnSpMk id="7" creationId="{98D2192A-05CD-D455-F7EB-C41378719C1D}"/>
          </ac:cxnSpMkLst>
        </pc:cxnChg>
      </pc:sldChg>
      <pc:sldChg chg="addSp modSp new mod">
        <pc:chgData name="SAKSHI UPADHYAY" userId="053f38fe48a82524" providerId="LiveId" clId="{DF824AC7-4FF5-4CAF-8D50-0D15642C52E2}" dt="2025-11-10T15:04:05.058" v="864"/>
        <pc:sldMkLst>
          <pc:docMk/>
          <pc:sldMk cId="3819577006" sldId="265"/>
        </pc:sldMkLst>
        <pc:spChg chg="mod">
          <ac:chgData name="SAKSHI UPADHYAY" userId="053f38fe48a82524" providerId="LiveId" clId="{DF824AC7-4FF5-4CAF-8D50-0D15642C52E2}" dt="2025-11-10T14:58:33.789" v="829"/>
          <ac:spMkLst>
            <pc:docMk/>
            <pc:sldMk cId="3819577006" sldId="265"/>
            <ac:spMk id="2" creationId="{0DE8F077-039A-CF1E-1C3B-359A6A0F814D}"/>
          </ac:spMkLst>
        </pc:spChg>
        <pc:spChg chg="mod">
          <ac:chgData name="SAKSHI UPADHYAY" userId="053f38fe48a82524" providerId="LiveId" clId="{DF824AC7-4FF5-4CAF-8D50-0D15642C52E2}" dt="2025-11-10T14:07:30.976" v="371" actId="207"/>
          <ac:spMkLst>
            <pc:docMk/>
            <pc:sldMk cId="3819577006" sldId="265"/>
            <ac:spMk id="3" creationId="{ADE27196-97F1-629B-7C83-4031450D177D}"/>
          </ac:spMkLst>
        </pc:spChg>
        <pc:spChg chg="add mod">
          <ac:chgData name="SAKSHI UPADHYAY" userId="053f38fe48a82524" providerId="LiveId" clId="{DF824AC7-4FF5-4CAF-8D50-0D15642C52E2}" dt="2025-11-10T15:02:30.901" v="844"/>
          <ac:spMkLst>
            <pc:docMk/>
            <pc:sldMk cId="3819577006" sldId="265"/>
            <ac:spMk id="4" creationId="{77544FF0-1040-B3FA-0B47-74A6D00E5304}"/>
          </ac:spMkLst>
        </pc:spChg>
        <pc:cxnChg chg="add mod">
          <ac:chgData name="SAKSHI UPADHYAY" userId="053f38fe48a82524" providerId="LiveId" clId="{DF824AC7-4FF5-4CAF-8D50-0D15642C52E2}" dt="2025-11-10T15:04:05.058" v="864"/>
          <ac:cxnSpMkLst>
            <pc:docMk/>
            <pc:sldMk cId="3819577006" sldId="265"/>
            <ac:cxnSpMk id="5" creationId="{700E265B-469A-A173-0779-AF0529D5692C}"/>
          </ac:cxnSpMkLst>
        </pc:cxnChg>
      </pc:sldChg>
      <pc:sldChg chg="addSp delSp modSp new mod">
        <pc:chgData name="SAKSHI UPADHYAY" userId="053f38fe48a82524" providerId="LiveId" clId="{DF824AC7-4FF5-4CAF-8D50-0D15642C52E2}" dt="2025-11-10T15:04:11.143" v="866"/>
        <pc:sldMkLst>
          <pc:docMk/>
          <pc:sldMk cId="1226723653" sldId="266"/>
        </pc:sldMkLst>
        <pc:spChg chg="mod">
          <ac:chgData name="SAKSHI UPADHYAY" userId="053f38fe48a82524" providerId="LiveId" clId="{DF824AC7-4FF5-4CAF-8D50-0D15642C52E2}" dt="2025-11-10T14:28:34.735" v="548" actId="20577"/>
          <ac:spMkLst>
            <pc:docMk/>
            <pc:sldMk cId="1226723653" sldId="266"/>
            <ac:spMk id="2" creationId="{3A63D580-3B3E-B0E8-680C-884F62185382}"/>
          </ac:spMkLst>
        </pc:spChg>
        <pc:spChg chg="del">
          <ac:chgData name="SAKSHI UPADHYAY" userId="053f38fe48a82524" providerId="LiveId" clId="{DF824AC7-4FF5-4CAF-8D50-0D15642C52E2}" dt="2025-11-10T14:24:36.744" v="456" actId="931"/>
          <ac:spMkLst>
            <pc:docMk/>
            <pc:sldMk cId="1226723653" sldId="266"/>
            <ac:spMk id="3" creationId="{E70550D9-29FA-67F2-8632-0BAD96D27D24}"/>
          </ac:spMkLst>
        </pc:spChg>
        <pc:spChg chg="add del mod">
          <ac:chgData name="SAKSHI UPADHYAY" userId="053f38fe48a82524" providerId="LiveId" clId="{DF824AC7-4FF5-4CAF-8D50-0D15642C52E2}" dt="2025-11-10T14:24:57.673" v="465" actId="931"/>
          <ac:spMkLst>
            <pc:docMk/>
            <pc:sldMk cId="1226723653" sldId="266"/>
            <ac:spMk id="9" creationId="{8F3FB052-C2F8-B493-2E51-C175E8506DFD}"/>
          </ac:spMkLst>
        </pc:spChg>
        <pc:spChg chg="add mod">
          <ac:chgData name="SAKSHI UPADHYAY" userId="053f38fe48a82524" providerId="LiveId" clId="{DF824AC7-4FF5-4CAF-8D50-0D15642C52E2}" dt="2025-11-10T15:02:36.053" v="846"/>
          <ac:spMkLst>
            <pc:docMk/>
            <pc:sldMk cId="1226723653" sldId="266"/>
            <ac:spMk id="15" creationId="{384D4770-BF34-B752-4DD5-8938C53E280B}"/>
          </ac:spMkLst>
        </pc:spChg>
        <pc:picChg chg="add del mod">
          <ac:chgData name="SAKSHI UPADHYAY" userId="053f38fe48a82524" providerId="LiveId" clId="{DF824AC7-4FF5-4CAF-8D50-0D15642C52E2}" dt="2025-11-10T14:24:52.224" v="464" actId="21"/>
          <ac:picMkLst>
            <pc:docMk/>
            <pc:sldMk cId="1226723653" sldId="266"/>
            <ac:picMk id="5" creationId="{CDDEBCC5-5719-B3A5-9922-49DFACF84053}"/>
          </ac:picMkLst>
        </pc:picChg>
        <pc:picChg chg="add del mod">
          <ac:chgData name="SAKSHI UPADHYAY" userId="053f38fe48a82524" providerId="LiveId" clId="{DF824AC7-4FF5-4CAF-8D50-0D15642C52E2}" dt="2025-11-10T14:24:52.224" v="464" actId="21"/>
          <ac:picMkLst>
            <pc:docMk/>
            <pc:sldMk cId="1226723653" sldId="266"/>
            <ac:picMk id="7" creationId="{31F17545-1A5E-1BB5-EB1C-7877266C7C73}"/>
          </ac:picMkLst>
        </pc:picChg>
        <pc:picChg chg="add mod">
          <ac:chgData name="SAKSHI UPADHYAY" userId="053f38fe48a82524" providerId="LiveId" clId="{DF824AC7-4FF5-4CAF-8D50-0D15642C52E2}" dt="2025-11-10T14:27:03.684" v="489" actId="1076"/>
          <ac:picMkLst>
            <pc:docMk/>
            <pc:sldMk cId="1226723653" sldId="266"/>
            <ac:picMk id="11" creationId="{9A5839FF-28B0-2379-82D7-506CEBFCF50E}"/>
          </ac:picMkLst>
        </pc:picChg>
        <pc:picChg chg="add">
          <ac:chgData name="SAKSHI UPADHYAY" userId="053f38fe48a82524" providerId="LiveId" clId="{DF824AC7-4FF5-4CAF-8D50-0D15642C52E2}" dt="2025-11-10T14:25:21.006" v="471"/>
          <ac:picMkLst>
            <pc:docMk/>
            <pc:sldMk cId="1226723653" sldId="266"/>
            <ac:picMk id="12" creationId="{B26D63BB-0694-F588-2EF9-28FBE6A3F4BA}"/>
          </ac:picMkLst>
        </pc:picChg>
        <pc:picChg chg="add mod">
          <ac:chgData name="SAKSHI UPADHYAY" userId="053f38fe48a82524" providerId="LiveId" clId="{DF824AC7-4FF5-4CAF-8D50-0D15642C52E2}" dt="2025-11-10T14:25:39.680" v="474" actId="1076"/>
          <ac:picMkLst>
            <pc:docMk/>
            <pc:sldMk cId="1226723653" sldId="266"/>
            <ac:picMk id="14" creationId="{02F7E372-CB12-CEBD-3588-3EE32DF982FB}"/>
          </ac:picMkLst>
        </pc:picChg>
        <pc:cxnChg chg="add mod">
          <ac:chgData name="SAKSHI UPADHYAY" userId="053f38fe48a82524" providerId="LiveId" clId="{DF824AC7-4FF5-4CAF-8D50-0D15642C52E2}" dt="2025-11-10T15:04:11.143" v="866"/>
          <ac:cxnSpMkLst>
            <pc:docMk/>
            <pc:sldMk cId="1226723653" sldId="266"/>
            <ac:cxnSpMk id="16" creationId="{1E41D880-A225-0114-845D-D773A9A91F8C}"/>
          </ac:cxnSpMkLst>
        </pc:cxnChg>
      </pc:sldChg>
      <pc:sldChg chg="addSp modSp new mod">
        <pc:chgData name="SAKSHI UPADHYAY" userId="053f38fe48a82524" providerId="LiveId" clId="{DF824AC7-4FF5-4CAF-8D50-0D15642C52E2}" dt="2025-11-10T15:04:08.268" v="865"/>
        <pc:sldMkLst>
          <pc:docMk/>
          <pc:sldMk cId="1874053599" sldId="267"/>
        </pc:sldMkLst>
        <pc:spChg chg="mod">
          <ac:chgData name="SAKSHI UPADHYAY" userId="053f38fe48a82524" providerId="LiveId" clId="{DF824AC7-4FF5-4CAF-8D50-0D15642C52E2}" dt="2025-11-10T14:10:41.720" v="389" actId="122"/>
          <ac:spMkLst>
            <pc:docMk/>
            <pc:sldMk cId="1874053599" sldId="267"/>
            <ac:spMk id="2" creationId="{E449792C-FF64-7E47-8773-678B4FD16AFD}"/>
          </ac:spMkLst>
        </pc:spChg>
        <pc:spChg chg="mod">
          <ac:chgData name="SAKSHI UPADHYAY" userId="053f38fe48a82524" providerId="LiveId" clId="{DF824AC7-4FF5-4CAF-8D50-0D15642C52E2}" dt="2025-11-10T14:11:42.853" v="398" actId="207"/>
          <ac:spMkLst>
            <pc:docMk/>
            <pc:sldMk cId="1874053599" sldId="267"/>
            <ac:spMk id="3" creationId="{78E91581-84B1-A2C5-2B19-A10E2487E190}"/>
          </ac:spMkLst>
        </pc:spChg>
        <pc:spChg chg="add mod">
          <ac:chgData name="SAKSHI UPADHYAY" userId="053f38fe48a82524" providerId="LiveId" clId="{DF824AC7-4FF5-4CAF-8D50-0D15642C52E2}" dt="2025-11-10T15:02:33.202" v="845"/>
          <ac:spMkLst>
            <pc:docMk/>
            <pc:sldMk cId="1874053599" sldId="267"/>
            <ac:spMk id="4" creationId="{3B8CE968-E1F6-ACBA-0867-704CF9C4E6A5}"/>
          </ac:spMkLst>
        </pc:spChg>
        <pc:cxnChg chg="add mod">
          <ac:chgData name="SAKSHI UPADHYAY" userId="053f38fe48a82524" providerId="LiveId" clId="{DF824AC7-4FF5-4CAF-8D50-0D15642C52E2}" dt="2025-11-10T15:04:08.268" v="865"/>
          <ac:cxnSpMkLst>
            <pc:docMk/>
            <pc:sldMk cId="1874053599" sldId="267"/>
            <ac:cxnSpMk id="5" creationId="{59B9BF5C-045A-BFB8-F97C-7BF30763074A}"/>
          </ac:cxnSpMkLst>
        </pc:cxnChg>
      </pc:sldChg>
      <pc:sldChg chg="addSp delSp modSp new mod">
        <pc:chgData name="SAKSHI UPADHYAY" userId="053f38fe48a82524" providerId="LiveId" clId="{DF824AC7-4FF5-4CAF-8D50-0D15642C52E2}" dt="2025-11-10T15:04:15.045" v="867"/>
        <pc:sldMkLst>
          <pc:docMk/>
          <pc:sldMk cId="3468844000" sldId="268"/>
        </pc:sldMkLst>
        <pc:spChg chg="mod">
          <ac:chgData name="SAKSHI UPADHYAY" userId="053f38fe48a82524" providerId="LiveId" clId="{DF824AC7-4FF5-4CAF-8D50-0D15642C52E2}" dt="2025-11-10T14:29:13.369" v="569" actId="255"/>
          <ac:spMkLst>
            <pc:docMk/>
            <pc:sldMk cId="3468844000" sldId="268"/>
            <ac:spMk id="2" creationId="{630AF3C1-C843-0CD5-D711-E5DE37969A5A}"/>
          </ac:spMkLst>
        </pc:spChg>
        <pc:spChg chg="del">
          <ac:chgData name="SAKSHI UPADHYAY" userId="053f38fe48a82524" providerId="LiveId" clId="{DF824AC7-4FF5-4CAF-8D50-0D15642C52E2}" dt="2025-11-10T14:26:50.510" v="485" actId="931"/>
          <ac:spMkLst>
            <pc:docMk/>
            <pc:sldMk cId="3468844000" sldId="268"/>
            <ac:spMk id="3" creationId="{9343417A-484B-160D-86F2-8280B2C0DB77}"/>
          </ac:spMkLst>
        </pc:spChg>
        <pc:spChg chg="add mod">
          <ac:chgData name="SAKSHI UPADHYAY" userId="053f38fe48a82524" providerId="LiveId" clId="{DF824AC7-4FF5-4CAF-8D50-0D15642C52E2}" dt="2025-11-10T15:02:39.489" v="847"/>
          <ac:spMkLst>
            <pc:docMk/>
            <pc:sldMk cId="3468844000" sldId="268"/>
            <ac:spMk id="6" creationId="{1A260771-83D6-5CFA-1C7B-9BA63D4A31AD}"/>
          </ac:spMkLst>
        </pc:spChg>
        <pc:picChg chg="add mod">
          <ac:chgData name="SAKSHI UPADHYAY" userId="053f38fe48a82524" providerId="LiveId" clId="{DF824AC7-4FF5-4CAF-8D50-0D15642C52E2}" dt="2025-11-10T14:26:56.726" v="487" actId="1076"/>
          <ac:picMkLst>
            <pc:docMk/>
            <pc:sldMk cId="3468844000" sldId="268"/>
            <ac:picMk id="5" creationId="{926FF5A0-A7E6-4B03-7A76-DF0FA8FACC1F}"/>
          </ac:picMkLst>
        </pc:picChg>
        <pc:cxnChg chg="add mod">
          <ac:chgData name="SAKSHI UPADHYAY" userId="053f38fe48a82524" providerId="LiveId" clId="{DF824AC7-4FF5-4CAF-8D50-0D15642C52E2}" dt="2025-11-10T15:04:15.045" v="867"/>
          <ac:cxnSpMkLst>
            <pc:docMk/>
            <pc:sldMk cId="3468844000" sldId="268"/>
            <ac:cxnSpMk id="7" creationId="{A35375CB-79F1-0F9C-FF5D-B77BB62DCCD4}"/>
          </ac:cxnSpMkLst>
        </pc:cxnChg>
      </pc:sldChg>
      <pc:sldChg chg="addSp delSp modSp new mod">
        <pc:chgData name="SAKSHI UPADHYAY" userId="053f38fe48a82524" providerId="LiveId" clId="{DF824AC7-4FF5-4CAF-8D50-0D15642C52E2}" dt="2025-11-10T15:04:18.569" v="868"/>
        <pc:sldMkLst>
          <pc:docMk/>
          <pc:sldMk cId="226024824" sldId="269"/>
        </pc:sldMkLst>
        <pc:spChg chg="mod">
          <ac:chgData name="SAKSHI UPADHYAY" userId="053f38fe48a82524" providerId="LiveId" clId="{DF824AC7-4FF5-4CAF-8D50-0D15642C52E2}" dt="2025-11-10T14:30:03.713" v="582" actId="115"/>
          <ac:spMkLst>
            <pc:docMk/>
            <pc:sldMk cId="226024824" sldId="269"/>
            <ac:spMk id="2" creationId="{CB1A2B01-E065-FD72-EF41-3432FE49129A}"/>
          </ac:spMkLst>
        </pc:spChg>
        <pc:spChg chg="del">
          <ac:chgData name="SAKSHI UPADHYAY" userId="053f38fe48a82524" providerId="LiveId" clId="{DF824AC7-4FF5-4CAF-8D50-0D15642C52E2}" dt="2025-11-10T14:29:31.032" v="570" actId="931"/>
          <ac:spMkLst>
            <pc:docMk/>
            <pc:sldMk cId="226024824" sldId="269"/>
            <ac:spMk id="3" creationId="{7F26335D-AF1D-6556-F363-BAAA6D1D374E}"/>
          </ac:spMkLst>
        </pc:spChg>
        <pc:spChg chg="add mod">
          <ac:chgData name="SAKSHI UPADHYAY" userId="053f38fe48a82524" providerId="LiveId" clId="{DF824AC7-4FF5-4CAF-8D50-0D15642C52E2}" dt="2025-11-10T15:02:42.636" v="848"/>
          <ac:spMkLst>
            <pc:docMk/>
            <pc:sldMk cId="226024824" sldId="269"/>
            <ac:spMk id="6" creationId="{9446A8BE-2809-9E77-666B-46C3589E4DD2}"/>
          </ac:spMkLst>
        </pc:spChg>
        <pc:picChg chg="add mod">
          <ac:chgData name="SAKSHI UPADHYAY" userId="053f38fe48a82524" providerId="LiveId" clId="{DF824AC7-4FF5-4CAF-8D50-0D15642C52E2}" dt="2025-11-10T14:29:58.936" v="581" actId="1076"/>
          <ac:picMkLst>
            <pc:docMk/>
            <pc:sldMk cId="226024824" sldId="269"/>
            <ac:picMk id="5" creationId="{A9C9EFF8-65D1-0CD0-326E-21A322C1F218}"/>
          </ac:picMkLst>
        </pc:picChg>
        <pc:cxnChg chg="add mod">
          <ac:chgData name="SAKSHI UPADHYAY" userId="053f38fe48a82524" providerId="LiveId" clId="{DF824AC7-4FF5-4CAF-8D50-0D15642C52E2}" dt="2025-11-10T15:04:18.569" v="868"/>
          <ac:cxnSpMkLst>
            <pc:docMk/>
            <pc:sldMk cId="226024824" sldId="269"/>
            <ac:cxnSpMk id="7" creationId="{5D799C7C-F243-6170-7B37-CBEE74D33B09}"/>
          </ac:cxnSpMkLst>
        </pc:cxnChg>
      </pc:sldChg>
      <pc:sldChg chg="addSp delSp modSp new mod">
        <pc:chgData name="SAKSHI UPADHYAY" userId="053f38fe48a82524" providerId="LiveId" clId="{DF824AC7-4FF5-4CAF-8D50-0D15642C52E2}" dt="2025-11-10T15:06:11.113" v="884" actId="208"/>
        <pc:sldMkLst>
          <pc:docMk/>
          <pc:sldMk cId="2458217639" sldId="270"/>
        </pc:sldMkLst>
        <pc:spChg chg="mod">
          <ac:chgData name="SAKSHI UPADHYAY" userId="053f38fe48a82524" providerId="LiveId" clId="{DF824AC7-4FF5-4CAF-8D50-0D15642C52E2}" dt="2025-11-10T14:30:26.721" v="586" actId="122"/>
          <ac:spMkLst>
            <pc:docMk/>
            <pc:sldMk cId="2458217639" sldId="270"/>
            <ac:spMk id="2" creationId="{953DF8FA-93FB-D749-7235-F1DD0B85CC1E}"/>
          </ac:spMkLst>
        </pc:spChg>
        <pc:spChg chg="del">
          <ac:chgData name="SAKSHI UPADHYAY" userId="053f38fe48a82524" providerId="LiveId" clId="{DF824AC7-4FF5-4CAF-8D50-0D15642C52E2}" dt="2025-11-10T14:42:07.900" v="587" actId="478"/>
          <ac:spMkLst>
            <pc:docMk/>
            <pc:sldMk cId="2458217639" sldId="270"/>
            <ac:spMk id="3" creationId="{C1188944-4F8B-4AF9-3BEB-4B37170161D4}"/>
          </ac:spMkLst>
        </pc:spChg>
        <pc:spChg chg="add mod">
          <ac:chgData name="SAKSHI UPADHYAY" userId="053f38fe48a82524" providerId="LiveId" clId="{DF824AC7-4FF5-4CAF-8D50-0D15642C52E2}" dt="2025-11-10T14:45:25.097" v="667" actId="1076"/>
          <ac:spMkLst>
            <pc:docMk/>
            <pc:sldMk cId="2458217639" sldId="270"/>
            <ac:spMk id="6" creationId="{7DD67F7F-911D-1C2A-2DDD-A4BA2225CB36}"/>
          </ac:spMkLst>
        </pc:spChg>
        <pc:spChg chg="add mod">
          <ac:chgData name="SAKSHI UPADHYAY" userId="053f38fe48a82524" providerId="LiveId" clId="{DF824AC7-4FF5-4CAF-8D50-0D15642C52E2}" dt="2025-11-10T14:45:31.586" v="669" actId="1076"/>
          <ac:spMkLst>
            <pc:docMk/>
            <pc:sldMk cId="2458217639" sldId="270"/>
            <ac:spMk id="9" creationId="{73465906-8331-0B61-9CAA-F23F32F4C9F8}"/>
          </ac:spMkLst>
        </pc:spChg>
        <pc:spChg chg="add mod">
          <ac:chgData name="SAKSHI UPADHYAY" userId="053f38fe48a82524" providerId="LiveId" clId="{DF824AC7-4FF5-4CAF-8D50-0D15642C52E2}" dt="2025-11-10T15:02:48.233" v="849"/>
          <ac:spMkLst>
            <pc:docMk/>
            <pc:sldMk cId="2458217639" sldId="270"/>
            <ac:spMk id="10" creationId="{F1F4B2D5-5401-2090-7A70-30C2A54B7F6B}"/>
          </ac:spMkLst>
        </pc:spChg>
        <pc:picChg chg="add mod">
          <ac:chgData name="SAKSHI UPADHYAY" userId="053f38fe48a82524" providerId="LiveId" clId="{DF824AC7-4FF5-4CAF-8D50-0D15642C52E2}" dt="2025-11-10T14:44:18.965" v="640" actId="14100"/>
          <ac:picMkLst>
            <pc:docMk/>
            <pc:sldMk cId="2458217639" sldId="270"/>
            <ac:picMk id="5" creationId="{E31B027D-3902-09F1-1782-10B67222B29A}"/>
          </ac:picMkLst>
        </pc:picChg>
        <pc:picChg chg="add mod">
          <ac:chgData name="SAKSHI UPADHYAY" userId="053f38fe48a82524" providerId="LiveId" clId="{DF824AC7-4FF5-4CAF-8D50-0D15642C52E2}" dt="2025-11-10T14:45:39.348" v="670" actId="14100"/>
          <ac:picMkLst>
            <pc:docMk/>
            <pc:sldMk cId="2458217639" sldId="270"/>
            <ac:picMk id="8" creationId="{6F9B163A-908E-97F3-5CB2-043DDC87E3C5}"/>
          </ac:picMkLst>
        </pc:picChg>
        <pc:cxnChg chg="add del mod">
          <ac:chgData name="SAKSHI UPADHYAY" userId="053f38fe48a82524" providerId="LiveId" clId="{DF824AC7-4FF5-4CAF-8D50-0D15642C52E2}" dt="2025-11-10T15:05:18.464" v="880" actId="11529"/>
          <ac:cxnSpMkLst>
            <pc:docMk/>
            <pc:sldMk cId="2458217639" sldId="270"/>
            <ac:cxnSpMk id="12" creationId="{2C61FA56-7693-63F0-C335-DD51D6A3D218}"/>
          </ac:cxnSpMkLst>
        </pc:cxnChg>
        <pc:cxnChg chg="add mod">
          <ac:chgData name="SAKSHI UPADHYAY" userId="053f38fe48a82524" providerId="LiveId" clId="{DF824AC7-4FF5-4CAF-8D50-0D15642C52E2}" dt="2025-11-10T15:05:39.579" v="882" actId="208"/>
          <ac:cxnSpMkLst>
            <pc:docMk/>
            <pc:sldMk cId="2458217639" sldId="270"/>
            <ac:cxnSpMk id="14" creationId="{5F029BA5-6B85-E737-BD7B-33F861724F00}"/>
          </ac:cxnSpMkLst>
        </pc:cxnChg>
        <pc:cxnChg chg="add mod">
          <ac:chgData name="SAKSHI UPADHYAY" userId="053f38fe48a82524" providerId="LiveId" clId="{DF824AC7-4FF5-4CAF-8D50-0D15642C52E2}" dt="2025-11-10T15:06:11.113" v="884" actId="208"/>
          <ac:cxnSpMkLst>
            <pc:docMk/>
            <pc:sldMk cId="2458217639" sldId="270"/>
            <ac:cxnSpMk id="16" creationId="{51D09AAE-66AD-2EB3-1C09-D6748579C9AF}"/>
          </ac:cxnSpMkLst>
        </pc:cxnChg>
      </pc:sldChg>
      <pc:sldChg chg="addSp delSp modSp new mod">
        <pc:chgData name="SAKSHI UPADHYAY" userId="053f38fe48a82524" providerId="LiveId" clId="{DF824AC7-4FF5-4CAF-8D50-0D15642C52E2}" dt="2025-11-10T15:06:41.665" v="889" actId="14100"/>
        <pc:sldMkLst>
          <pc:docMk/>
          <pc:sldMk cId="1178421923" sldId="271"/>
        </pc:sldMkLst>
        <pc:spChg chg="del">
          <ac:chgData name="SAKSHI UPADHYAY" userId="053f38fe48a82524" providerId="LiveId" clId="{DF824AC7-4FF5-4CAF-8D50-0D15642C52E2}" dt="2025-11-10T14:45:51.381" v="673" actId="478"/>
          <ac:spMkLst>
            <pc:docMk/>
            <pc:sldMk cId="1178421923" sldId="271"/>
            <ac:spMk id="2" creationId="{C7F40DBC-D0ED-F30D-A941-9AE221EFCC75}"/>
          </ac:spMkLst>
        </pc:spChg>
        <pc:spChg chg="del">
          <ac:chgData name="SAKSHI UPADHYAY" userId="053f38fe48a82524" providerId="LiveId" clId="{DF824AC7-4FF5-4CAF-8D50-0D15642C52E2}" dt="2025-11-10T14:45:55.733" v="674" actId="478"/>
          <ac:spMkLst>
            <pc:docMk/>
            <pc:sldMk cId="1178421923" sldId="271"/>
            <ac:spMk id="3" creationId="{F69AB4C7-CFB7-7F53-D1D8-1343BF94D78C}"/>
          </ac:spMkLst>
        </pc:spChg>
        <pc:spChg chg="add mod">
          <ac:chgData name="SAKSHI UPADHYAY" userId="053f38fe48a82524" providerId="LiveId" clId="{DF824AC7-4FF5-4CAF-8D50-0D15642C52E2}" dt="2025-11-10T14:53:30.156" v="813" actId="20577"/>
          <ac:spMkLst>
            <pc:docMk/>
            <pc:sldMk cId="1178421923" sldId="271"/>
            <ac:spMk id="8" creationId="{59CE8772-B1D5-D65C-614B-1C162C59F15A}"/>
          </ac:spMkLst>
        </pc:spChg>
        <pc:spChg chg="add mod">
          <ac:chgData name="SAKSHI UPADHYAY" userId="053f38fe48a82524" providerId="LiveId" clId="{DF824AC7-4FF5-4CAF-8D50-0D15642C52E2}" dt="2025-11-10T14:48:04.072" v="745" actId="20577"/>
          <ac:spMkLst>
            <pc:docMk/>
            <pc:sldMk cId="1178421923" sldId="271"/>
            <ac:spMk id="9" creationId="{A7FD8082-9E79-FF6A-9A4C-F69181E3375C}"/>
          </ac:spMkLst>
        </pc:spChg>
        <pc:spChg chg="add mod">
          <ac:chgData name="SAKSHI UPADHYAY" userId="053f38fe48a82524" providerId="LiveId" clId="{DF824AC7-4FF5-4CAF-8D50-0D15642C52E2}" dt="2025-11-10T15:02:52.953" v="850"/>
          <ac:spMkLst>
            <pc:docMk/>
            <pc:sldMk cId="1178421923" sldId="271"/>
            <ac:spMk id="12" creationId="{977B8D12-E11A-3D3A-AF7D-13B17EA8BBAA}"/>
          </ac:spMkLst>
        </pc:spChg>
        <pc:picChg chg="add del mod">
          <ac:chgData name="SAKSHI UPADHYAY" userId="053f38fe48a82524" providerId="LiveId" clId="{DF824AC7-4FF5-4CAF-8D50-0D15642C52E2}" dt="2025-11-10T14:49:06.520" v="751" actId="21"/>
          <ac:picMkLst>
            <pc:docMk/>
            <pc:sldMk cId="1178421923" sldId="271"/>
            <ac:picMk id="5" creationId="{5758AD49-DFFD-F66E-DDCB-AB42BBFA1DCB}"/>
          </ac:picMkLst>
        </pc:picChg>
        <pc:picChg chg="add mod">
          <ac:chgData name="SAKSHI UPADHYAY" userId="053f38fe48a82524" providerId="LiveId" clId="{DF824AC7-4FF5-4CAF-8D50-0D15642C52E2}" dt="2025-11-10T14:47:12.392" v="688" actId="1076"/>
          <ac:picMkLst>
            <pc:docMk/>
            <pc:sldMk cId="1178421923" sldId="271"/>
            <ac:picMk id="7" creationId="{DA0359E9-5BC1-B7DF-1BBE-E3C94E3EA09C}"/>
          </ac:picMkLst>
        </pc:picChg>
        <pc:picChg chg="add mod">
          <ac:chgData name="SAKSHI UPADHYAY" userId="053f38fe48a82524" providerId="LiveId" clId="{DF824AC7-4FF5-4CAF-8D50-0D15642C52E2}" dt="2025-11-10T15:06:41.665" v="889" actId="14100"/>
          <ac:picMkLst>
            <pc:docMk/>
            <pc:sldMk cId="1178421923" sldId="271"/>
            <ac:picMk id="11" creationId="{0C87389B-35B7-B28C-6406-8FC212644206}"/>
          </ac:picMkLst>
        </pc:picChg>
        <pc:cxnChg chg="add mod">
          <ac:chgData name="SAKSHI UPADHYAY" userId="053f38fe48a82524" providerId="LiveId" clId="{DF824AC7-4FF5-4CAF-8D50-0D15642C52E2}" dt="2025-11-10T15:04:33.658" v="871" actId="1076"/>
          <ac:cxnSpMkLst>
            <pc:docMk/>
            <pc:sldMk cId="1178421923" sldId="271"/>
            <ac:cxnSpMk id="13" creationId="{B4CF2FE9-DA2E-D81E-E6D6-DC8C4D4D2DF5}"/>
          </ac:cxnSpMkLst>
        </pc:cxnChg>
        <pc:cxnChg chg="add del">
          <ac:chgData name="SAKSHI UPADHYAY" userId="053f38fe48a82524" providerId="LiveId" clId="{DF824AC7-4FF5-4CAF-8D50-0D15642C52E2}" dt="2025-11-10T15:05:04.846" v="877" actId="11529"/>
          <ac:cxnSpMkLst>
            <pc:docMk/>
            <pc:sldMk cId="1178421923" sldId="271"/>
            <ac:cxnSpMk id="15" creationId="{39AC3BF2-61AC-1407-93FB-31E72EEE067F}"/>
          </ac:cxnSpMkLst>
        </pc:cxnChg>
        <pc:cxnChg chg="add mod">
          <ac:chgData name="SAKSHI UPADHYAY" userId="053f38fe48a82524" providerId="LiveId" clId="{DF824AC7-4FF5-4CAF-8D50-0D15642C52E2}" dt="2025-11-10T15:06:28.133" v="888" actId="14100"/>
          <ac:cxnSpMkLst>
            <pc:docMk/>
            <pc:sldMk cId="1178421923" sldId="271"/>
            <ac:cxnSpMk id="16" creationId="{D5369FCB-1A0E-5923-2EBF-301AD0937B12}"/>
          </ac:cxnSpMkLst>
        </pc:cxnChg>
      </pc:sldChg>
      <pc:sldChg chg="addSp delSp modSp new mod">
        <pc:chgData name="SAKSHI UPADHYAY" userId="053f38fe48a82524" providerId="LiveId" clId="{DF824AC7-4FF5-4CAF-8D50-0D15642C52E2}" dt="2025-11-10T15:05:05.696" v="878" actId="1076"/>
        <pc:sldMkLst>
          <pc:docMk/>
          <pc:sldMk cId="967686177" sldId="272"/>
        </pc:sldMkLst>
        <pc:spChg chg="del">
          <ac:chgData name="SAKSHI UPADHYAY" userId="053f38fe48a82524" providerId="LiveId" clId="{DF824AC7-4FF5-4CAF-8D50-0D15642C52E2}" dt="2025-11-10T14:48:16.654" v="746" actId="478"/>
          <ac:spMkLst>
            <pc:docMk/>
            <pc:sldMk cId="967686177" sldId="272"/>
            <ac:spMk id="2" creationId="{206A222B-D15B-8C91-A9FF-7D29CE38A267}"/>
          </ac:spMkLst>
        </pc:spChg>
        <pc:spChg chg="del">
          <ac:chgData name="SAKSHI UPADHYAY" userId="053f38fe48a82524" providerId="LiveId" clId="{DF824AC7-4FF5-4CAF-8D50-0D15642C52E2}" dt="2025-11-10T14:48:20.127" v="747" actId="478"/>
          <ac:spMkLst>
            <pc:docMk/>
            <pc:sldMk cId="967686177" sldId="272"/>
            <ac:spMk id="3" creationId="{C539EC68-B7AF-F2C7-EC69-3F2A12F9B943}"/>
          </ac:spMkLst>
        </pc:spChg>
        <pc:spChg chg="add mod">
          <ac:chgData name="SAKSHI UPADHYAY" userId="053f38fe48a82524" providerId="LiveId" clId="{DF824AC7-4FF5-4CAF-8D50-0D15642C52E2}" dt="2025-11-10T15:03:11.001" v="853" actId="1076"/>
          <ac:spMkLst>
            <pc:docMk/>
            <pc:sldMk cId="967686177" sldId="272"/>
            <ac:spMk id="7" creationId="{E38543D2-555D-B8B5-2E78-F177B2B72C82}"/>
          </ac:spMkLst>
        </pc:spChg>
        <pc:spChg chg="add mod">
          <ac:chgData name="SAKSHI UPADHYAY" userId="053f38fe48a82524" providerId="LiveId" clId="{DF824AC7-4FF5-4CAF-8D50-0D15642C52E2}" dt="2025-11-10T15:05:05.696" v="878" actId="1076"/>
          <ac:spMkLst>
            <pc:docMk/>
            <pc:sldMk cId="967686177" sldId="272"/>
            <ac:spMk id="10" creationId="{B75AEB79-A0CF-3F6F-90AE-EEA37145D0D2}"/>
          </ac:spMkLst>
        </pc:spChg>
        <pc:spChg chg="add mod">
          <ac:chgData name="SAKSHI UPADHYAY" userId="053f38fe48a82524" providerId="LiveId" clId="{DF824AC7-4FF5-4CAF-8D50-0D15642C52E2}" dt="2025-11-10T15:02:55.207" v="851"/>
          <ac:spMkLst>
            <pc:docMk/>
            <pc:sldMk cId="967686177" sldId="272"/>
            <ac:spMk id="11" creationId="{3E238DE8-43FE-C845-6102-D3492118F161}"/>
          </ac:spMkLst>
        </pc:spChg>
        <pc:picChg chg="add mod">
          <ac:chgData name="SAKSHI UPADHYAY" userId="053f38fe48a82524" providerId="LiveId" clId="{DF824AC7-4FF5-4CAF-8D50-0D15642C52E2}" dt="2025-11-10T14:50:00.149" v="762" actId="1076"/>
          <ac:picMkLst>
            <pc:docMk/>
            <pc:sldMk cId="967686177" sldId="272"/>
            <ac:picMk id="5" creationId="{D7674BAC-57BE-E2C7-F1A6-9A16FF6FE6E9}"/>
          </ac:picMkLst>
        </pc:picChg>
        <pc:picChg chg="add mod">
          <ac:chgData name="SAKSHI UPADHYAY" userId="053f38fe48a82524" providerId="LiveId" clId="{DF824AC7-4FF5-4CAF-8D50-0D15642C52E2}" dt="2025-11-10T15:03:07.811" v="852" actId="1076"/>
          <ac:picMkLst>
            <pc:docMk/>
            <pc:sldMk cId="967686177" sldId="272"/>
            <ac:picMk id="6" creationId="{4E935ED7-9FEB-B1EE-5DA1-70D6306F7D5A}"/>
          </ac:picMkLst>
        </pc:picChg>
        <pc:picChg chg="add mod">
          <ac:chgData name="SAKSHI UPADHYAY" userId="053f38fe48a82524" providerId="LiveId" clId="{DF824AC7-4FF5-4CAF-8D50-0D15642C52E2}" dt="2025-11-10T14:50:41.292" v="765"/>
          <ac:picMkLst>
            <pc:docMk/>
            <pc:sldMk cId="967686177" sldId="272"/>
            <ac:picMk id="8" creationId="{0445DAD0-DE34-E1E0-C024-9F2FA1618405}"/>
          </ac:picMkLst>
        </pc:picChg>
        <pc:picChg chg="add del mod">
          <ac:chgData name="SAKSHI UPADHYAY" userId="053f38fe48a82524" providerId="LiveId" clId="{DF824AC7-4FF5-4CAF-8D50-0D15642C52E2}" dt="2025-11-10T14:51:21.741" v="768" actId="478"/>
          <ac:picMkLst>
            <pc:docMk/>
            <pc:sldMk cId="967686177" sldId="272"/>
            <ac:picMk id="9" creationId="{88F994AC-3700-5AB3-E9E2-84B1209B1CFE}"/>
          </ac:picMkLst>
        </pc:picChg>
        <pc:cxnChg chg="add mod">
          <ac:chgData name="SAKSHI UPADHYAY" userId="053f38fe48a82524" providerId="LiveId" clId="{DF824AC7-4FF5-4CAF-8D50-0D15642C52E2}" dt="2025-11-10T15:04:49.453" v="874" actId="1076"/>
          <ac:cxnSpMkLst>
            <pc:docMk/>
            <pc:sldMk cId="967686177" sldId="272"/>
            <ac:cxnSpMk id="12" creationId="{DC30FD66-965C-D2F2-3D37-DA3C51C18A87}"/>
          </ac:cxnSpMkLst>
        </pc:cxnChg>
      </pc:sldChg>
      <pc:sldChg chg="add del">
        <pc:chgData name="SAKSHI UPADHYAY" userId="053f38fe48a82524" providerId="LiveId" clId="{DF824AC7-4FF5-4CAF-8D50-0D15642C52E2}" dt="2025-11-10T15:02:02.621" v="836"/>
        <pc:sldMkLst>
          <pc:docMk/>
          <pc:sldMk cId="1473000581" sldId="273"/>
        </pc:sldMkLst>
      </pc:sldChg>
      <pc:sldChg chg="addSp delSp modSp new mod">
        <pc:chgData name="SAKSHI UPADHYAY" userId="053f38fe48a82524" providerId="LiveId" clId="{DF824AC7-4FF5-4CAF-8D50-0D15642C52E2}" dt="2025-11-11T05:36:12.572" v="1134" actId="1076"/>
        <pc:sldMkLst>
          <pc:docMk/>
          <pc:sldMk cId="2997070461" sldId="273"/>
        </pc:sldMkLst>
        <pc:spChg chg="add del mod">
          <ac:chgData name="SAKSHI UPADHYAY" userId="053f38fe48a82524" providerId="LiveId" clId="{DF824AC7-4FF5-4CAF-8D50-0D15642C52E2}" dt="2025-11-11T05:30:49.540" v="1105" actId="207"/>
          <ac:spMkLst>
            <pc:docMk/>
            <pc:sldMk cId="2997070461" sldId="273"/>
            <ac:spMk id="2" creationId="{D2F73C97-C664-06D1-FF4D-7445F96277B2}"/>
          </ac:spMkLst>
        </pc:spChg>
        <pc:spChg chg="add del mod">
          <ac:chgData name="SAKSHI UPADHYAY" userId="053f38fe48a82524" providerId="LiveId" clId="{DF824AC7-4FF5-4CAF-8D50-0D15642C52E2}" dt="2025-11-11T05:35:25.111" v="1127"/>
          <ac:spMkLst>
            <pc:docMk/>
            <pc:sldMk cId="2997070461" sldId="273"/>
            <ac:spMk id="3" creationId="{3A4A47EC-175D-4FD9-F543-C569C47E7AF6}"/>
          </ac:spMkLst>
        </pc:spChg>
        <pc:spChg chg="add mod">
          <ac:chgData name="SAKSHI UPADHYAY" userId="053f38fe48a82524" providerId="LiveId" clId="{DF824AC7-4FF5-4CAF-8D50-0D15642C52E2}" dt="2025-11-11T05:29:08.744" v="1087"/>
          <ac:spMkLst>
            <pc:docMk/>
            <pc:sldMk cId="2997070461" sldId="273"/>
            <ac:spMk id="4" creationId="{5BDE7874-638E-087A-43C4-89DA7B129395}"/>
          </ac:spMkLst>
        </pc:spChg>
        <pc:spChg chg="add del mod">
          <ac:chgData name="SAKSHI UPADHYAY" userId="053f38fe48a82524" providerId="LiveId" clId="{DF824AC7-4FF5-4CAF-8D50-0D15642C52E2}" dt="2025-11-11T05:30:18.964" v="1099" actId="22"/>
          <ac:spMkLst>
            <pc:docMk/>
            <pc:sldMk cId="2997070461" sldId="273"/>
            <ac:spMk id="6" creationId="{93FB811E-00FF-D730-4DDB-49F2D0A9FC29}"/>
          </ac:spMkLst>
        </pc:spChg>
        <pc:spChg chg="add mod">
          <ac:chgData name="SAKSHI UPADHYAY" userId="053f38fe48a82524" providerId="LiveId" clId="{DF824AC7-4FF5-4CAF-8D50-0D15642C52E2}" dt="2025-11-11T05:35:53.834" v="1131"/>
          <ac:spMkLst>
            <pc:docMk/>
            <pc:sldMk cId="2997070461" sldId="273"/>
            <ac:spMk id="10" creationId="{1E4E2601-7944-6DEE-B8CF-B06AC4E0A248}"/>
          </ac:spMkLst>
        </pc:spChg>
        <pc:cxnChg chg="add mod">
          <ac:chgData name="SAKSHI UPADHYAY" userId="053f38fe48a82524" providerId="LiveId" clId="{DF824AC7-4FF5-4CAF-8D50-0D15642C52E2}" dt="2025-11-11T05:36:12.572" v="1134" actId="1076"/>
          <ac:cxnSpMkLst>
            <pc:docMk/>
            <pc:sldMk cId="2997070461" sldId="273"/>
            <ac:cxnSpMk id="7" creationId="{2817AAA8-0A6C-819B-9B3F-8787D171129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94BFF-AD70-8CB7-F54E-C68334D23F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25C3C-EDA8-C7AE-513C-1B55F853B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3C89F-F7CC-E018-419F-7A1D1240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3FCF-6879-82C6-B894-6D44DA51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84BFD-EA0A-67BF-AFC8-66795A4E6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45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0DC1-9034-AC4F-37D8-7061D3D04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8A301-6137-3BEA-6772-40FEA1676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09377-C3D5-6271-D50D-189CB59B2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18ABD-0EAB-E43A-46E9-74A3CE5A3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7D6C9-A1AC-31BD-A420-9B119D9E1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50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E9BF-57F4-5B8F-000F-BCA6508FA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0063-567A-E42D-A1E2-BF900B91C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18577-00D0-D944-5EB4-8D62306A9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F772B-82B9-22FA-3DDA-52B788DB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830ED-8588-C4FC-5687-7E683C73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79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AD5B-F72B-4E13-E364-70E552E5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1A48-C050-EE65-9365-4093665293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8932B8-D9F2-9449-007A-B7A10350ED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DDC5BC-E596-BC27-934C-DAB103421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CE229-4E54-19DB-2B83-56CE9B05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043F5-16B0-3BE0-3B67-BDF1728D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66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81499-830C-36AC-DF7A-0658040B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8151E-F2EE-FBA9-76C7-F9C8C7189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A5405F-5C98-A2AE-2D55-5FEC96782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08B503-D6AC-BC0B-7001-AC6DE1FE03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4C8AE-4390-035D-1AE4-3C6B8C3FB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E464C9-DD1A-3B4C-1CF0-99FF860BA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3E79A1-7A5B-EF80-6EC0-687DA5C9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62331-DA4E-EF57-B1E3-55B37D9E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323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8F100-00F2-CFC7-AF5E-BF3E3BCC5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E9226-DF07-AFDA-F1BF-4C3206B25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4016B-09C4-CDD0-B713-A03A41BD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DE9A6A-95D2-615F-900E-1F6F084E0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273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05D618-51C5-DB5A-CBDE-4E2426F9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6080D-21CC-135F-CE51-FAD7B357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BC9DB-7223-A7C8-A4A7-5ABCCE91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9129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3DBD-51F6-6816-6503-C39F11C5B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006EA-09F1-58FA-EA63-46527C5C4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B6980-1B67-CF38-8FB0-7282DE07D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CE2740-164E-8D67-BFF3-1D438D13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73C75-31BD-3545-0E50-64B55BFD9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122E3F-9897-5FA0-EB4B-B321AFB0F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202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DDC09-A580-1C0D-431D-8B4518E47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46DF9-3C0D-FBE7-10E0-AA41935907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80A475-0A25-60C4-E93B-AD0DB74E4A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8CF4C0-8B33-3680-E34A-A415A3D9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5B283-6417-9CBE-B9C2-7652CBED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81194-65B2-63CF-497A-FE7D8D74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258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C0BD-FB52-1A34-BDF8-DE420BE73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E06A1F-E275-3E03-CD30-A4EE2FEDDE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E368B-88AE-CD8C-E6D0-A6D1A97F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30378-6280-0A24-BB5F-15C45294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E5821-7E78-10AE-BE9C-260D2287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905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DA55FF-B91F-C52C-4D69-65E2B0815D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F996DC-A561-FC7E-F994-FC01D6C45E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65BF0-8396-0F9B-A697-1110B2BB6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41AAB-FACA-E452-BDE4-F48FDE873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9968-D444-0F3D-4BA2-A6E2E7521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962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A7A215-6A1F-E1AF-6301-48ED27915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590C8-8B41-4836-B86E-F0B5344FE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20485-58B7-E8D0-74EB-C533CBABD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C2CB-A4D5-48A4-9EE0-4E43E3FEE363}" type="datetimeFigureOut">
              <a:rPr lang="en-IN" smtClean="0"/>
              <a:t>11-11-2025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7536A-6AAB-0DF0-0BF9-A83A53AB43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12D01-1640-EF9D-4503-3FCD15FA20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5EF2A-E91B-4F54-B310-27A666DCA2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20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sakshiupadhyayofficial/" TargetMode="External"/><Relationship Id="rId2" Type="http://schemas.openxmlformats.org/officeDocument/2006/relationships/hyperlink" Target="mailto:upadhyaysakshi93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3B94-943D-43E2-93B9-1F963115C9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WORKFORCE ATTRITION INTELLIGENCE : HR Analytics Dashboard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9CBEC4-2730-FCB5-F28D-80DAECD51EA6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89F8A6-E84D-3734-1868-E52A4C11E5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Optimizing Employee Satisfaction, Retention, and Recruitment Efficiency</a:t>
            </a:r>
          </a:p>
          <a:p>
            <a:r>
              <a:rPr lang="en-US" dirty="0">
                <a:solidFill>
                  <a:schemeClr val="bg1"/>
                </a:solidFill>
              </a:rPr>
              <a:t>Prepared By : </a:t>
            </a:r>
            <a:r>
              <a:rPr lang="en-US" b="1" dirty="0">
                <a:solidFill>
                  <a:schemeClr val="bg1"/>
                </a:solidFill>
              </a:rPr>
              <a:t>Sakshi Upadhyay</a:t>
            </a:r>
            <a:endParaRPr lang="en-IN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 descr="Upward Trend">
                <a:extLst>
                  <a:ext uri="{FF2B5EF4-FFF2-40B4-BE49-F238E27FC236}">
                    <a16:creationId xmlns:a16="http://schemas.microsoft.com/office/drawing/2014/main" id="{B9E3C1A0-8768-0E5F-0340-4A2C99911FD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23953170"/>
                  </p:ext>
                </p:extLst>
              </p:nvPr>
            </p:nvGraphicFramePr>
            <p:xfrm>
              <a:off x="5415078" y="4728406"/>
              <a:ext cx="1329185" cy="1242937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1329185" cy="1242937"/>
                    </a:xfrm>
                    <a:prstGeom prst="rect">
                      <a:avLst/>
                    </a:prstGeom>
                  </am3d:spPr>
                  <am3d:camera>
                    <am3d:pos x="0" y="0" z="65012918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711" d="1000000"/>
                    <am3d:preTrans dx="0" dy="-16609428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-92993" ay="277960" az="-7516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183926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 descr="Upward Trend">
                <a:extLst>
                  <a:ext uri="{FF2B5EF4-FFF2-40B4-BE49-F238E27FC236}">
                    <a16:creationId xmlns:a16="http://schemas.microsoft.com/office/drawing/2014/main" id="{B9E3C1A0-8768-0E5F-0340-4A2C99911FD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15078" y="4728406"/>
                <a:ext cx="1329185" cy="124293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7010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09649-4CF1-EF37-3D4B-18CF4410C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u="sng" dirty="0">
                <a:solidFill>
                  <a:schemeClr val="bg1"/>
                </a:solidFill>
              </a:rPr>
              <a:t>Table of Contents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227DB-F09F-5763-7D7D-2E34A50CB5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5249"/>
            <a:ext cx="6505499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Business Problem &amp; Objective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Dataset Understanding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Tools &amp; Tech Stack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Step-by-Step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KPI Summary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Individual Insight Narratives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Final Recommendation Strategy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Conclusion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Future Scope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solidFill>
                  <a:schemeClr val="bg1"/>
                </a:solidFill>
              </a:rPr>
              <a:t>APPENDIX 1 – Power BI Visual Snapshots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dirty="0">
                <a:solidFill>
                  <a:schemeClr val="bg1"/>
                </a:solidFill>
              </a:rPr>
              <a:t>APPENDIX 2 – SQL Queries &amp; Outputs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80BD1-5FE1-AB7A-3E8F-D98D72E423BF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50029C-F559-3BF1-1A7E-BFDABACD9117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9298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3FBD-0253-C394-1322-C8582F26B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/>
              <a:t>🧾 </a:t>
            </a:r>
            <a:r>
              <a:rPr lang="en-IN" sz="4800" b="1" u="sng" dirty="0">
                <a:solidFill>
                  <a:schemeClr val="bg1"/>
                </a:solidFill>
              </a:rPr>
              <a:t>Business Problem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5225F5-3444-598F-31E9-FEC7866BD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chemeClr val="bg1"/>
                </a:solidFill>
              </a:rPr>
              <a:t> Business Problem :</a:t>
            </a:r>
            <a:endParaRPr lang="en-US" sz="3500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High attrition in Sales &amp; Operations affecting productivity and revenue</a:t>
            </a:r>
          </a:p>
          <a:p>
            <a:r>
              <a:rPr lang="en-US" dirty="0">
                <a:solidFill>
                  <a:schemeClr val="bg1"/>
                </a:solidFill>
              </a:rPr>
              <a:t>Delayed recruitment process increasing vacancy duration</a:t>
            </a:r>
          </a:p>
          <a:p>
            <a:r>
              <a:rPr lang="en-US" dirty="0">
                <a:solidFill>
                  <a:schemeClr val="bg1"/>
                </a:solidFill>
              </a:rPr>
              <a:t>Limited visibility into employee satisfaction and retention</a:t>
            </a:r>
          </a:p>
          <a:p>
            <a:r>
              <a:rPr lang="en-US" dirty="0">
                <a:solidFill>
                  <a:schemeClr val="bg1"/>
                </a:solidFill>
              </a:rPr>
              <a:t>Identify top attrition drivers + quantify financial impact</a:t>
            </a:r>
          </a:p>
          <a:p>
            <a:pPr marL="0" indent="0">
              <a:buNone/>
            </a:pPr>
            <a:br>
              <a:rPr lang="en-US" sz="3200" dirty="0"/>
            </a:br>
            <a:r>
              <a:rPr lang="en-US" sz="3200" dirty="0"/>
              <a:t>  </a:t>
            </a:r>
            <a:r>
              <a:rPr lang="en-US" sz="3500" b="1" dirty="0">
                <a:solidFill>
                  <a:schemeClr val="bg1"/>
                </a:solidFill>
              </a:rPr>
              <a:t>Objective :</a:t>
            </a:r>
            <a:endParaRPr lang="en-US" sz="3500" dirty="0">
              <a:solidFill>
                <a:schemeClr val="bg1"/>
              </a:solidFill>
            </a:endParaRPr>
          </a:p>
          <a:p>
            <a:r>
              <a:rPr lang="en-US" sz="2600" dirty="0">
                <a:solidFill>
                  <a:schemeClr val="bg1"/>
                </a:solidFill>
              </a:rPr>
              <a:t>Analyze </a:t>
            </a:r>
            <a:r>
              <a:rPr lang="en-US" sz="2600" b="1" dirty="0">
                <a:solidFill>
                  <a:schemeClr val="bg1"/>
                </a:solidFill>
              </a:rPr>
              <a:t>employee attrition trends</a:t>
            </a:r>
            <a:r>
              <a:rPr lang="en-US" sz="2600" dirty="0">
                <a:solidFill>
                  <a:schemeClr val="bg1"/>
                </a:solidFill>
              </a:rPr>
              <a:t> and satisfaction scores</a:t>
            </a:r>
          </a:p>
          <a:p>
            <a:r>
              <a:rPr lang="en-US" sz="2600" dirty="0">
                <a:solidFill>
                  <a:schemeClr val="bg1"/>
                </a:solidFill>
              </a:rPr>
              <a:t>Identify high-risk employees &amp; departments</a:t>
            </a:r>
          </a:p>
          <a:p>
            <a:r>
              <a:rPr lang="en-US" sz="2600" dirty="0">
                <a:solidFill>
                  <a:schemeClr val="bg1"/>
                </a:solidFill>
              </a:rPr>
              <a:t>Provide actionable insights to </a:t>
            </a:r>
            <a:r>
              <a:rPr lang="en-US" sz="2600" b="1" dirty="0">
                <a:solidFill>
                  <a:schemeClr val="bg1"/>
                </a:solidFill>
              </a:rPr>
              <a:t>improve retention and recruitment efficiency</a:t>
            </a:r>
          </a:p>
          <a:p>
            <a:r>
              <a:rPr lang="en-US" sz="2600" dirty="0">
                <a:solidFill>
                  <a:schemeClr val="bg1"/>
                </a:solidFill>
              </a:rPr>
              <a:t>turn HR data into financially meaningful retention strategy.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7870C2-535C-075F-8951-D9877769399E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DF6B28-6F61-65DB-04AF-CC1BA281061A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244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2D584-EB83-8351-B9DB-B09FB0F9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Dataset Overview/ Understanding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0BD8C-F750-2DFE-AA7E-9706CB4A4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Dataset Overview :</a:t>
            </a:r>
          </a:p>
          <a:p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Total Employees: 1470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Attrition Count: 237 → </a:t>
            </a:r>
            <a:r>
              <a:rPr lang="en-US" altLang="en-US" sz="2400" b="1" dirty="0">
                <a:solidFill>
                  <a:schemeClr val="bg1"/>
                </a:solidFill>
                <a:latin typeface="Arial" panose="020B0604020202020204" pitchFamily="34" charset="0"/>
              </a:rPr>
              <a:t>16.12% attrition rate</a:t>
            </a:r>
            <a:endParaRPr lang="en-US" altLang="en-US" sz="24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Average Monthly Income: ₹6.5K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Avg replacement cost per employee ≈ ₹28.7K</a:t>
            </a:r>
          </a:p>
          <a:p>
            <a:pPr marL="0" indent="0">
              <a:buNone/>
            </a:pPr>
            <a:r>
              <a:rPr lang="en-US" altLang="en-US" dirty="0">
                <a:solidFill>
                  <a:schemeClr val="bg1"/>
                </a:solidFill>
                <a:latin typeface="Arial" panose="020B0604020202020204" pitchFamily="34" charset="0"/>
              </a:rPr>
              <a:t>Dataset Understanding 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Demographics (Age, Marital Status, Gender, Education)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Job Info (Job Role, Department, Salary Band, </a:t>
            </a:r>
            <a:r>
              <a:rPr lang="en-US" altLang="en-US" sz="2400" dirty="0" err="1">
                <a:solidFill>
                  <a:schemeClr val="bg1"/>
                </a:solidFill>
                <a:latin typeface="Arial" panose="020B0604020202020204" pitchFamily="34" charset="0"/>
              </a:rPr>
              <a:t>OverTime</a:t>
            </a: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status)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Experience (YearsAtCompany, YearsInCurrentRole,       YearsSinceLastPromotion)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Arial" panose="020B0604020202020204" pitchFamily="34" charset="0"/>
              </a:rPr>
              <a:t> Satisfaction Levels (Environment, Relationship, Work-Life Balance)</a:t>
            </a:r>
          </a:p>
          <a:p>
            <a:pPr marL="0" indent="0">
              <a:buNone/>
            </a:pPr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0B59A9-E7F4-B922-B12E-B8EF96E7D03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879E3C-EA33-60B6-0D46-B55F94E3DAD4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409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6276C-6340-6B7C-4B05-B2780182C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Tools &amp; Tech Stack</a:t>
            </a:r>
            <a:endParaRPr lang="en-IN" b="1" u="sn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79B9DB-3C73-C73C-5845-A32C790F4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950349"/>
              </p:ext>
            </p:extLst>
          </p:nvPr>
        </p:nvGraphicFramePr>
        <p:xfrm>
          <a:off x="838200" y="1905918"/>
          <a:ext cx="10515600" cy="392200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6060585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566564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985231"/>
                    </a:ext>
                  </a:extLst>
                </a:gridCol>
              </a:tblGrid>
              <a:tr h="6275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Tool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Why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8912078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Cleaning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Excel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Remove noise, unwanted rows, ensure schema consistency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417956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KPI + Aggregation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MySQL (SQL Queries)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Business slicing, grouping, root-driver numeric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217929"/>
                  </a:ext>
                </a:extLst>
              </a:tr>
              <a:tr h="1098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Visualization + Storytelling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Interactive visuals, DAX KPIs, business story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94422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BBE849-2F04-69CE-E718-ED56BF393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049469"/>
              </p:ext>
            </p:extLst>
          </p:nvPr>
        </p:nvGraphicFramePr>
        <p:xfrm>
          <a:off x="687942" y="1945640"/>
          <a:ext cx="10251807" cy="38706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7269">
                  <a:extLst>
                    <a:ext uri="{9D8B030D-6E8A-4147-A177-3AD203B41FA5}">
                      <a16:colId xmlns:a16="http://schemas.microsoft.com/office/drawing/2014/main" val="2602516901"/>
                    </a:ext>
                  </a:extLst>
                </a:gridCol>
                <a:gridCol w="3417269">
                  <a:extLst>
                    <a:ext uri="{9D8B030D-6E8A-4147-A177-3AD203B41FA5}">
                      <a16:colId xmlns:a16="http://schemas.microsoft.com/office/drawing/2014/main" val="2900333995"/>
                    </a:ext>
                  </a:extLst>
                </a:gridCol>
                <a:gridCol w="3417269">
                  <a:extLst>
                    <a:ext uri="{9D8B030D-6E8A-4147-A177-3AD203B41FA5}">
                      <a16:colId xmlns:a16="http://schemas.microsoft.com/office/drawing/2014/main" val="3438707707"/>
                    </a:ext>
                  </a:extLst>
                </a:gridCol>
              </a:tblGrid>
              <a:tr h="79756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711942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943290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2349169"/>
                  </a:ext>
                </a:extLst>
              </a:tr>
              <a:tr h="102437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40063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84DF64EF-8D50-CA2A-C4BE-40FF17A87393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236122-416C-3BFB-BB91-5E944A438DCB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26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AF83C-E977-8939-A050-1F3CB2358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🔄 </a:t>
            </a:r>
            <a:r>
              <a:rPr lang="en-IN" b="1" u="sng" dirty="0">
                <a:solidFill>
                  <a:schemeClr val="bg1"/>
                </a:solidFill>
              </a:rPr>
              <a:t>Step-by-Step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D1815F-C230-4EFA-9E54-05E921A546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658" y="1975719"/>
            <a:ext cx="1163950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Imported raw HR dataset into Excel → cleaned formatting + removed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unnecessary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Loaded prepared data into MySQL → derived role-wise KPI, salary bands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&amp; segmentation using SQL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Built Power BI model → measures (DAX) → designed dashboard in multiple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pages with impact visuals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Applied business interpretation lens → converted patterns into retention strategy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676A70-1D36-7A4E-07D8-6D97D7102988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A89F58B-2224-75D2-C573-B21C7C53C52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93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BC1E-7776-1C39-E2B2-9BA24C5F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KPI Summary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EFA5671-23D9-AD61-E87E-83D6CE674E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2608365"/>
              </p:ext>
            </p:extLst>
          </p:nvPr>
        </p:nvGraphicFramePr>
        <p:xfrm>
          <a:off x="667233" y="3173097"/>
          <a:ext cx="10824876" cy="333501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550282">
                  <a:extLst>
                    <a:ext uri="{9D8B030D-6E8A-4147-A177-3AD203B41FA5}">
                      <a16:colId xmlns:a16="http://schemas.microsoft.com/office/drawing/2014/main" val="814852547"/>
                    </a:ext>
                  </a:extLst>
                </a:gridCol>
                <a:gridCol w="2046515">
                  <a:extLst>
                    <a:ext uri="{9D8B030D-6E8A-4147-A177-3AD203B41FA5}">
                      <a16:colId xmlns:a16="http://schemas.microsoft.com/office/drawing/2014/main" val="1312156952"/>
                    </a:ext>
                  </a:extLst>
                </a:gridCol>
                <a:gridCol w="6228079">
                  <a:extLst>
                    <a:ext uri="{9D8B030D-6E8A-4147-A177-3AD203B41FA5}">
                      <a16:colId xmlns:a16="http://schemas.microsoft.com/office/drawing/2014/main" val="2239270551"/>
                    </a:ext>
                  </a:extLst>
                </a:gridCol>
              </a:tblGrid>
              <a:tr h="3810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i="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1513277"/>
                  </a:ext>
                </a:extLst>
              </a:tr>
              <a:tr h="5572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Attrition 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16.12%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Workforce leakage health measure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815235"/>
                  </a:ext>
                </a:extLst>
              </a:tr>
              <a:tr h="38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Attrition Count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solidFill>
                            <a:schemeClr val="bg1"/>
                          </a:solidFill>
                        </a:rPr>
                        <a:t>237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Represents actual exit volume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018978"/>
                  </a:ext>
                </a:extLst>
              </a:tr>
              <a:tr h="381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Average Monthly 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₹6,500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Salary dissatisfaction risk indicator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008921"/>
                  </a:ext>
                </a:extLst>
              </a:tr>
              <a:tr h="66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Total Employees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1470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T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otal no. of Employees in the dataset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9274130"/>
                  </a:ext>
                </a:extLst>
              </a:tr>
              <a:tr h="9525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Attrition Cost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solidFill>
                            <a:schemeClr val="bg1"/>
                          </a:solidFill>
                        </a:rPr>
                        <a:t>₹ 6.81 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1"/>
                          </a:solidFill>
                        </a:rPr>
                        <a:t>Estimated annual replacement loss due to employee exits. Reducing attrition by 10% saves ~₹681k yearly.</a:t>
                      </a:r>
                      <a:endParaRPr lang="en-IN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11475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052C79D-18D2-5859-C5D3-F9360A635399}"/>
              </a:ext>
            </a:extLst>
          </p:cNvPr>
          <p:cNvSpPr txBox="1"/>
          <p:nvPr/>
        </p:nvSpPr>
        <p:spPr>
          <a:xfrm>
            <a:off x="3799115" y="73551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📊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64624C-9D6F-34FC-41CD-7D380F9AC5BD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F38823-706D-EFBE-F724-4108F8FBB9F3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9F5347D-7E3A-CF2D-433B-2C8404AA7B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32" y="1768841"/>
            <a:ext cx="10814441" cy="108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71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B006-0FA0-5EAB-AF4F-CCBC4E032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u="sng" dirty="0">
                <a:solidFill>
                  <a:schemeClr val="bg1"/>
                </a:solidFill>
                <a:latin typeface="Arial" panose="020B0604020202020204" pitchFamily="34" charset="0"/>
              </a:rPr>
              <a:t>Individual Insight Narratives</a:t>
            </a:r>
            <a:endParaRPr lang="en-IN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93277-0D0A-8E39-0B4B-47D1AD0EC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Job Role Impact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Sales Representatives show </a:t>
            </a:r>
            <a:r>
              <a:rPr lang="en-US" b="1" dirty="0">
                <a:solidFill>
                  <a:schemeClr val="bg1"/>
                </a:solidFill>
              </a:rPr>
              <a:t>39.76% attrition</a:t>
            </a:r>
            <a:r>
              <a:rPr lang="en-US" dirty="0">
                <a:solidFill>
                  <a:schemeClr val="bg1"/>
                </a:solidFill>
              </a:rPr>
              <a:t> — the highest in the entire workforce.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This means almost 4 out of every 10 Sales hires exit — a massive productivity leakage role.</a:t>
            </a:r>
          </a:p>
          <a:p>
            <a:r>
              <a:rPr lang="en-US" b="1" dirty="0">
                <a:solidFill>
                  <a:schemeClr val="bg1"/>
                </a:solidFill>
              </a:rPr>
              <a:t>Tenure Pattern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Attrition is front-loaded: </a:t>
            </a:r>
            <a:r>
              <a:rPr lang="en-US" b="1" dirty="0">
                <a:solidFill>
                  <a:schemeClr val="bg1"/>
                </a:solidFill>
              </a:rPr>
              <a:t>36.36% exit &lt;1 year</a:t>
            </a:r>
            <a:r>
              <a:rPr lang="en-US" dirty="0">
                <a:solidFill>
                  <a:schemeClr val="bg1"/>
                </a:solidFill>
              </a:rPr>
              <a:t>, 34.50% at 1 year.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This means the problem is not employee loyalty — it is </a:t>
            </a:r>
            <a:r>
              <a:rPr lang="en-US" b="1" dirty="0">
                <a:solidFill>
                  <a:schemeClr val="bg1"/>
                </a:solidFill>
              </a:rPr>
              <a:t>employee onboarding failure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b="1" dirty="0">
                <a:solidFill>
                  <a:schemeClr val="bg1"/>
                </a:solidFill>
              </a:rPr>
              <a:t>Salary Sensitivity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Attrition in </a:t>
            </a:r>
            <a:r>
              <a:rPr lang="en-US" b="1" dirty="0">
                <a:solidFill>
                  <a:schemeClr val="bg1"/>
                </a:solidFill>
              </a:rPr>
              <a:t>Low Salary Band (&lt;₹5K)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b="1" dirty="0">
                <a:solidFill>
                  <a:schemeClr val="bg1"/>
                </a:solidFill>
              </a:rPr>
              <a:t>21.76%</a:t>
            </a:r>
            <a:r>
              <a:rPr lang="en-US" dirty="0">
                <a:solidFill>
                  <a:schemeClr val="bg1"/>
                </a:solidFill>
              </a:rPr>
              <a:t> — nearly double of high salary band (8.9%).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Money dissatisfaction → direct churn driver.</a:t>
            </a:r>
          </a:p>
          <a:p>
            <a:r>
              <a:rPr lang="en-US" b="1" dirty="0">
                <a:solidFill>
                  <a:schemeClr val="bg1"/>
                </a:solidFill>
              </a:rPr>
              <a:t>Demographics -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  Under </a:t>
            </a:r>
            <a:r>
              <a:rPr lang="en-US" b="1" dirty="0">
                <a:solidFill>
                  <a:schemeClr val="bg1"/>
                </a:solidFill>
              </a:rPr>
              <a:t>25 years</a:t>
            </a:r>
            <a:r>
              <a:rPr lang="en-US" dirty="0">
                <a:solidFill>
                  <a:schemeClr val="bg1"/>
                </a:solidFill>
              </a:rPr>
              <a:t> = </a:t>
            </a:r>
            <a:r>
              <a:rPr lang="en-US" b="1" dirty="0">
                <a:solidFill>
                  <a:schemeClr val="bg1"/>
                </a:solidFill>
              </a:rPr>
              <a:t>39.18%</a:t>
            </a:r>
            <a:r>
              <a:rPr lang="en-US" dirty="0">
                <a:solidFill>
                  <a:schemeClr val="bg1"/>
                </a:solidFill>
              </a:rPr>
              <a:t> attrition → this age group lacks stability and guidance.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    Distance </a:t>
            </a:r>
            <a:r>
              <a:rPr lang="en-US" b="1" dirty="0">
                <a:solidFill>
                  <a:schemeClr val="bg1"/>
                </a:solidFill>
              </a:rPr>
              <a:t>15–20 KM</a:t>
            </a:r>
            <a:r>
              <a:rPr lang="en-US" dirty="0">
                <a:solidFill>
                  <a:schemeClr val="bg1"/>
                </a:solidFill>
              </a:rPr>
              <a:t> group attrition = </a:t>
            </a:r>
            <a:r>
              <a:rPr lang="en-US" b="1" dirty="0">
                <a:solidFill>
                  <a:schemeClr val="bg1"/>
                </a:solidFill>
              </a:rPr>
              <a:t>25.64%</a:t>
            </a:r>
            <a:r>
              <a:rPr lang="en-US" dirty="0">
                <a:solidFill>
                  <a:schemeClr val="bg1"/>
                </a:solidFill>
              </a:rPr>
              <a:t> → commute friction is real.</a:t>
            </a:r>
          </a:p>
          <a:p>
            <a:r>
              <a:rPr lang="en-US" b="1" dirty="0">
                <a:solidFill>
                  <a:schemeClr val="bg1"/>
                </a:solidFill>
              </a:rPr>
              <a:t>Department Focus -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R&amp;D = </a:t>
            </a:r>
            <a:r>
              <a:rPr lang="en-US" b="1" dirty="0">
                <a:solidFill>
                  <a:schemeClr val="bg1"/>
                </a:solidFill>
              </a:rPr>
              <a:t>56.12% attrition</a:t>
            </a:r>
            <a:r>
              <a:rPr lang="en-US" dirty="0">
                <a:solidFill>
                  <a:schemeClr val="bg1"/>
                </a:solidFill>
              </a:rPr>
              <a:t> → the most expensive loss because this is specialized talent.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4D3F20-9DD3-5C6A-77BD-931ACEA47093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9F8019-21B0-04A1-1DF8-4E4673918358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987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39F48-237F-3AB3-03C7-9632E06CA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💡</a:t>
            </a:r>
            <a:r>
              <a:rPr lang="en-IN" b="1" u="sng" dirty="0">
                <a:solidFill>
                  <a:schemeClr val="bg1"/>
                </a:solidFill>
              </a:rPr>
              <a:t>Final Recommendation Strategy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F29C4AB-33D8-B6C4-D90C-AD2227D863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992008"/>
              </p:ext>
            </p:extLst>
          </p:nvPr>
        </p:nvGraphicFramePr>
        <p:xfrm>
          <a:off x="838200" y="26296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8132582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607868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Driver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Strategic 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307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Salary Band Leakage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Targeted 8–12% uplift for low band roles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338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Sales Role Drain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Role-Specific Development, Commission Structure Review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550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Early Tenure Drop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chemeClr val="bg1"/>
                          </a:solidFill>
                        </a:rPr>
                        <a:t>Structured onboarding + mentoring program for 0–1 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109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High Overtime Churn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Reduce workload + shift balancing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1391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R&amp;D Talent Loss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Retention premium + cross project mobility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08449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2206AA-C101-C99C-C0F1-685E0FFD7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540482"/>
              </p:ext>
            </p:extLst>
          </p:nvPr>
        </p:nvGraphicFramePr>
        <p:xfrm>
          <a:off x="566056" y="2492830"/>
          <a:ext cx="10787744" cy="32192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33901">
                  <a:extLst>
                    <a:ext uri="{9D8B030D-6E8A-4147-A177-3AD203B41FA5}">
                      <a16:colId xmlns:a16="http://schemas.microsoft.com/office/drawing/2014/main" val="2861814710"/>
                    </a:ext>
                  </a:extLst>
                </a:gridCol>
                <a:gridCol w="6253843">
                  <a:extLst>
                    <a:ext uri="{9D8B030D-6E8A-4147-A177-3AD203B41FA5}">
                      <a16:colId xmlns:a16="http://schemas.microsoft.com/office/drawing/2014/main" val="355453627"/>
                    </a:ext>
                  </a:extLst>
                </a:gridCol>
              </a:tblGrid>
              <a:tr h="477647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96824"/>
                  </a:ext>
                </a:extLst>
              </a:tr>
              <a:tr h="44763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87305"/>
                  </a:ext>
                </a:extLst>
              </a:tr>
              <a:tr h="5769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210442"/>
                  </a:ext>
                </a:extLst>
              </a:tr>
              <a:tr h="58420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2253"/>
                  </a:ext>
                </a:extLst>
              </a:tr>
              <a:tr h="445784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93666"/>
                  </a:ext>
                </a:extLst>
              </a:tr>
              <a:tr h="68705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921226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0FD727D-5F39-D7AF-1BBD-8EE700C87B0C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D2192A-05CD-D455-F7EB-C41378719C1D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393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F077-039A-CF1E-1C3B-359A6A0F8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✔️ </a:t>
            </a:r>
            <a:r>
              <a:rPr lang="en-IN" b="1" u="sng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27196-97F1-629B-7C83-4031450D1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This analysis proves that employee attrition is not random — it is pattern driven, financially significant and behaviorally explainable. By identifying high-risk segments such as Sales roles (39.76%), low salary bands (21.76%), early tenure exits (36.36% &lt; 1 year), and age under 25 (39.18%), the company can act precisely instead of reacting broadly. Retention, when driven by data, becomes a targeted investment — not a cost center. If the organization only focuses on these top priority segments and optimizes compensation, onboarding experience, commute friction and workload balancing, it can reduce attrition by at least 8-12% — unlocking ₹6.8M+ annual savings, strengthening capability continuity, and accelerating sustainable workforce stability.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544FF0-1040-B3FA-0B47-74A6D00E5304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00E265B-469A-A173-0779-AF0529D5692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577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9792C-FF64-7E47-8773-678B4FD1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u="sng" dirty="0">
                <a:solidFill>
                  <a:schemeClr val="bg1"/>
                </a:solidFill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1581-84B1-A2C5-2B19-A10E2487E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This project can be extended to build a </a:t>
            </a:r>
            <a:r>
              <a:rPr lang="en-US" b="1" dirty="0">
                <a:solidFill>
                  <a:schemeClr val="bg1"/>
                </a:solidFill>
              </a:rPr>
              <a:t>predictive model</a:t>
            </a:r>
            <a:r>
              <a:rPr lang="en-US" dirty="0">
                <a:solidFill>
                  <a:schemeClr val="bg1"/>
                </a:solidFill>
              </a:rPr>
              <a:t> that can identify which employees are most likely to leave next based on patterns like salary, distance, age, role, tenure, etc.</a:t>
            </a:r>
          </a:p>
          <a:p>
            <a:r>
              <a:rPr lang="en-US" dirty="0">
                <a:solidFill>
                  <a:schemeClr val="bg1"/>
                </a:solidFill>
              </a:rPr>
              <a:t>HR can use these insights to create </a:t>
            </a:r>
            <a:r>
              <a:rPr lang="en-US" b="1" dirty="0">
                <a:solidFill>
                  <a:schemeClr val="bg1"/>
                </a:solidFill>
              </a:rPr>
              <a:t>personalized retention programs</a:t>
            </a:r>
            <a:r>
              <a:rPr lang="en-US" dirty="0">
                <a:solidFill>
                  <a:schemeClr val="bg1"/>
                </a:solidFill>
              </a:rPr>
              <a:t> for high-risk groups instead of one-size-fits-all HR policies.</a:t>
            </a:r>
          </a:p>
          <a:p>
            <a:r>
              <a:rPr lang="en-US" dirty="0">
                <a:solidFill>
                  <a:schemeClr val="bg1"/>
                </a:solidFill>
              </a:rPr>
              <a:t>Scenario simulation can be added (example: “What if we increase salary by 8% for low band?”) to measure how much attrition can drop before implementing changes in real world.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CE968-E1F6-ACBA-0867-704CF9C4E6A5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9B9BF5C-045A-BFB8-F97C-7BF30763074A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053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3D580-3B3E-B0E8-680C-884F62185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b="1" u="sng" dirty="0">
                <a:solidFill>
                  <a:schemeClr val="bg1"/>
                </a:solidFill>
              </a:rPr>
              <a:t>APPENDIX 1 – Power BI Visual Snapshots :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(page 1)</a:t>
            </a:r>
            <a:br>
              <a:rPr lang="en-US" b="1" u="sng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                                 </a:t>
            </a:r>
            <a:endParaRPr lang="en-US" b="1" u="sng" dirty="0">
              <a:solidFill>
                <a:schemeClr val="bg1"/>
              </a:solidFill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A5839FF-28B0-2379-82D7-506CEBFCF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756" y="1690688"/>
            <a:ext cx="7479129" cy="5008371"/>
          </a:xfr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4D4770-BF34-B752-4DD5-8938C53E280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41D880-A225-0114-845D-D773A9A91F8C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723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AF3C1-C843-0CD5-D711-E5DE3796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558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Page 2</a:t>
            </a:r>
            <a:endParaRPr lang="en-IN" sz="3200" b="1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6FF5A0-A7E6-4B03-7A76-DF0FA8FAC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8552" y="1837487"/>
            <a:ext cx="8226162" cy="4655388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A260771-83D6-5CFA-1C7B-9BA63D4A31AD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5375CB-79F1-0F9C-FF5D-B77BB62DCCD4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844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A2B01-E065-FD72-EF41-3432FE491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>
                <a:solidFill>
                  <a:schemeClr val="bg1"/>
                </a:solidFill>
              </a:rPr>
              <a:t>Tooltip</a:t>
            </a:r>
            <a:endParaRPr lang="en-IN" u="sng" dirty="0">
              <a:solidFill>
                <a:schemeClr val="bg1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C9EFF8-65D1-0CD0-326E-21A322C1F2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599" y="2035871"/>
            <a:ext cx="5874801" cy="397216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46A8BE-2809-9E77-666B-46C3589E4DD2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799C7C-F243-6170-7B37-CBEE74D33B09}"/>
              </a:ext>
            </a:extLst>
          </p:cNvPr>
          <p:cNvCxnSpPr/>
          <p:nvPr/>
        </p:nvCxnSpPr>
        <p:spPr>
          <a:xfrm>
            <a:off x="217714" y="1447800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0248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DF8FA-93FB-D749-7235-F1DD0B85C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u="sng" dirty="0">
                <a:solidFill>
                  <a:schemeClr val="bg1"/>
                </a:solidFill>
              </a:rPr>
              <a:t>APPENDIX 2 – SQL Queries &amp; Outputs</a:t>
            </a:r>
            <a:b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endParaRPr lang="en-IN" b="1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1B027D-3902-09F1-1782-10B67222B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057" y="2471057"/>
            <a:ext cx="5283544" cy="3124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D67F7F-911D-1C2A-2DDD-A4BA2225CB36}"/>
              </a:ext>
            </a:extLst>
          </p:cNvPr>
          <p:cNvSpPr txBox="1"/>
          <p:nvPr/>
        </p:nvSpPr>
        <p:spPr>
          <a:xfrm>
            <a:off x="838200" y="1850040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Breakdown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9B163A-908E-97F3-5CB2-043DDC87E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71057"/>
            <a:ext cx="5584371" cy="314469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465906-8331-0B61-9CAA-F23F32F4C9F8}"/>
              </a:ext>
            </a:extLst>
          </p:cNvPr>
          <p:cNvSpPr txBox="1"/>
          <p:nvPr/>
        </p:nvSpPr>
        <p:spPr>
          <a:xfrm>
            <a:off x="6723363" y="1850040"/>
            <a:ext cx="4111929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Total Attrition Count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F4B2D5-5401-2090-7A70-30C2A54B7F6B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029BA5-6B85-E737-BD7B-33F861724F00}"/>
              </a:ext>
            </a:extLst>
          </p:cNvPr>
          <p:cNvCxnSpPr/>
          <p:nvPr/>
        </p:nvCxnSpPr>
        <p:spPr>
          <a:xfrm>
            <a:off x="217714" y="1404257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1D09AAE-66AD-2EB3-1C09-D6748579C9AF}"/>
              </a:ext>
            </a:extLst>
          </p:cNvPr>
          <p:cNvCxnSpPr/>
          <p:nvPr/>
        </p:nvCxnSpPr>
        <p:spPr>
          <a:xfrm>
            <a:off x="5802086" y="1404257"/>
            <a:ext cx="0" cy="5225143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176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A0359E9-5BC1-B7DF-1BBE-E3C94E3EA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861" y="1997001"/>
            <a:ext cx="5143764" cy="3644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CE8772-B1D5-D65C-614B-1C162C59F15A}"/>
              </a:ext>
            </a:extLst>
          </p:cNvPr>
          <p:cNvSpPr txBox="1"/>
          <p:nvPr/>
        </p:nvSpPr>
        <p:spPr>
          <a:xfrm>
            <a:off x="1123012" y="1010138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By Job Role(top 10)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D8082-9E79-FF6A-9A4C-F69181E3375C}"/>
              </a:ext>
            </a:extLst>
          </p:cNvPr>
          <p:cNvSpPr txBox="1"/>
          <p:nvPr/>
        </p:nvSpPr>
        <p:spPr>
          <a:xfrm>
            <a:off x="6783583" y="1010138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Average Monthly Income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87389B-35B7-B28C-6406-8FC212644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805" y="1997000"/>
            <a:ext cx="5640929" cy="36442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77B8D12-E11A-3D3A-AF7D-13B17EA8BBAA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5369FCB-1A0E-5923-2EBF-301AD0937B12}"/>
              </a:ext>
            </a:extLst>
          </p:cNvPr>
          <p:cNvCxnSpPr>
            <a:cxnSpLocks/>
          </p:cNvCxnSpPr>
          <p:nvPr/>
        </p:nvCxnSpPr>
        <p:spPr>
          <a:xfrm>
            <a:off x="6509658" y="174171"/>
            <a:ext cx="0" cy="6455229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421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74BAC-57BE-E2C7-F1A6-9A16FF6FE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936" y="3994107"/>
            <a:ext cx="8268125" cy="24947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935ED7-9FEB-B1EE-5DA1-70D6306F7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937" y="879830"/>
            <a:ext cx="8268125" cy="2396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8543D2-555D-B8B5-2E78-F177B2B72C82}"/>
              </a:ext>
            </a:extLst>
          </p:cNvPr>
          <p:cNvSpPr txBox="1"/>
          <p:nvPr/>
        </p:nvSpPr>
        <p:spPr>
          <a:xfrm>
            <a:off x="3996839" y="241259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Rate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5AEB79-A0CF-3F6F-90AE-EEA37145D0D2}"/>
              </a:ext>
            </a:extLst>
          </p:cNvPr>
          <p:cNvSpPr txBox="1"/>
          <p:nvPr/>
        </p:nvSpPr>
        <p:spPr>
          <a:xfrm>
            <a:off x="3996840" y="3355536"/>
            <a:ext cx="4449387" cy="461665"/>
          </a:xfrm>
          <a:prstGeom prst="rect">
            <a:avLst/>
          </a:prstGeom>
          <a:solidFill>
            <a:schemeClr val="accent1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Attrition Cost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238DE8-43FE-C845-6102-D3492118F161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30FD66-965C-D2F2-3D37-DA3C51C18A87}"/>
              </a:ext>
            </a:extLst>
          </p:cNvPr>
          <p:cNvCxnSpPr/>
          <p:nvPr/>
        </p:nvCxnSpPr>
        <p:spPr>
          <a:xfrm>
            <a:off x="234042" y="3380043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686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73C97-C664-06D1-FF4D-7445F962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u="sng" dirty="0">
                <a:solidFill>
                  <a:schemeClr val="bg1"/>
                </a:solidFill>
              </a:rPr>
              <a:t>Contact &amp; Portfolio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47EC-175D-4FD9-F543-C569C47E7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❑ mail ID : </a:t>
            </a:r>
            <a:r>
              <a:rPr lang="en-IN" dirty="0">
                <a:solidFill>
                  <a:srgbClr val="0563C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upadhyaysakshi93@gmail.</a:t>
            </a:r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</a:t>
            </a:r>
            <a:r>
              <a:rPr lang="en-IN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❑ LinkedIn: </a:t>
            </a:r>
            <a:r>
              <a:rPr lang="en-IN" dirty="0">
                <a:solidFill>
                  <a:schemeClr val="bg1"/>
                </a:solidFill>
                <a:hlinkClick r:id="rId3"/>
              </a:rPr>
              <a:t>https://www.linkedin.com/in/sakshiupadhyayofficial/</a:t>
            </a: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bg1"/>
                </a:solidFill>
              </a:rPr>
              <a:t>❑ GitHub : https://github.com/upadhyaysakshi93-jpg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817AAA8-0A6C-819B-9B3F-8787D171129E}"/>
              </a:ext>
            </a:extLst>
          </p:cNvPr>
          <p:cNvCxnSpPr>
            <a:cxnSpLocks/>
          </p:cNvCxnSpPr>
          <p:nvPr/>
        </p:nvCxnSpPr>
        <p:spPr>
          <a:xfrm>
            <a:off x="217714" y="1545771"/>
            <a:ext cx="1172391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E4E2601-7944-6DEE-B8CF-B06AC4E0A248}"/>
              </a:ext>
            </a:extLst>
          </p:cNvPr>
          <p:cNvSpPr/>
          <p:nvPr/>
        </p:nvSpPr>
        <p:spPr>
          <a:xfrm>
            <a:off x="217714" y="174171"/>
            <a:ext cx="11723915" cy="645522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070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953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WORKFORCE ATTRITION INTELLIGENCE : HR Analytics Dashboard</vt:lpstr>
      <vt:lpstr>Table of Contents</vt:lpstr>
      <vt:lpstr>🧾 Business Problem &amp; Objective</vt:lpstr>
      <vt:lpstr>Dataset Overview/ Understanding</vt:lpstr>
      <vt:lpstr>Tools &amp; Tech Stack</vt:lpstr>
      <vt:lpstr>🔄 Step-by-Step Methodology</vt:lpstr>
      <vt:lpstr>KPI Summary</vt:lpstr>
      <vt:lpstr>Individual Insight Narratives</vt:lpstr>
      <vt:lpstr>💡Final Recommendation Strategy</vt:lpstr>
      <vt:lpstr>✔️ Conclusion</vt:lpstr>
      <vt:lpstr>Future Scope</vt:lpstr>
      <vt:lpstr>APPENDIX 1 – Power BI Visual Snapshots : (page 1)                                  </vt:lpstr>
      <vt:lpstr>Page 2</vt:lpstr>
      <vt:lpstr>Tooltip</vt:lpstr>
      <vt:lpstr>APPENDIX 2 – SQL Queries &amp; Outputs </vt:lpstr>
      <vt:lpstr>PowerPoint Presentation</vt:lpstr>
      <vt:lpstr>PowerPoint Presentation</vt:lpstr>
      <vt:lpstr>Contact &amp; Portfolio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SAKSHI UPADHYAY</dc:creator>
  <cp:lastModifiedBy>SAKSHI UPADHYAY</cp:lastModifiedBy>
  <cp:revision>1</cp:revision>
  <dcterms:created xsi:type="dcterms:W3CDTF">2025-11-10T10:38:30Z</dcterms:created>
  <dcterms:modified xsi:type="dcterms:W3CDTF">2025-11-11T05:36:14Z</dcterms:modified>
</cp:coreProperties>
</file>